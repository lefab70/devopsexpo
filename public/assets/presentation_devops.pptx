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21"/>
  </p:notesMasterIdLst>
  <p:sldIdLst>
    <p:sldId id="2561" r:id="rId5"/>
    <p:sldId id="2562" r:id="rId6"/>
    <p:sldId id="2563" r:id="rId7"/>
    <p:sldId id="2564" r:id="rId8"/>
    <p:sldId id="2565" r:id="rId9"/>
    <p:sldId id="2566" r:id="rId10"/>
    <p:sldId id="2567" r:id="rId11"/>
    <p:sldId id="2568" r:id="rId12"/>
    <p:sldId id="2576" r:id="rId13"/>
    <p:sldId id="2569" r:id="rId14"/>
    <p:sldId id="2570" r:id="rId15"/>
    <p:sldId id="2571" r:id="rId16"/>
    <p:sldId id="2572" r:id="rId17"/>
    <p:sldId id="2573" r:id="rId18"/>
    <p:sldId id="2574" r:id="rId19"/>
    <p:sldId id="2575" r:id="rId20"/>
  </p:sldIdLst>
  <p:sldSz cx="12192000" cy="6858000"/>
  <p:notesSz cx="6858000" cy="9144000"/>
  <p:defaultTextStyle>
    <a:defPPr rtl="0">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résentation sur la Méthodologie DevOps" id="{555C5BF1-735F-4324-B8C2-F897979976CD}">
          <p14:sldIdLst>
            <p14:sldId id="2561"/>
          </p14:sldIdLst>
        </p14:section>
        <p14:section name="INTRODUCTION" id="{449D0E69-41B1-4105-8470-2F0E4A65530C}">
          <p14:sldIdLst>
            <p14:sldId id="2562"/>
            <p14:sldId id="2563"/>
            <p14:sldId id="2564"/>
          </p14:sldIdLst>
        </p14:section>
        <p14:section name="Méthodologie DevOps" id="{E1FEB9DD-4E1C-4DE3-A1B6-AF8E66F470ED}">
          <p14:sldIdLst>
            <p14:sldId id="2565"/>
            <p14:sldId id="2566"/>
            <p14:sldId id="2567"/>
            <p14:sldId id="2568"/>
            <p14:sldId id="2576"/>
            <p14:sldId id="2569"/>
            <p14:sldId id="2570"/>
            <p14:sldId id="2571"/>
            <p14:sldId id="2572"/>
          </p14:sldIdLst>
        </p14:section>
        <p14:section name="CONCLUSION" id="{4743CD42-838C-4C6C-99DA-9788D4CA4043}">
          <p14:sldIdLst>
            <p14:sldId id="2573"/>
            <p14:sldId id="2574"/>
            <p14:sldId id="2575"/>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2730DC0-517D-6781-BDB1-25C54BC1F5FD}" v="16" dt="2025-11-23T15:17:47.36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p:cViewPr varScale="1">
        <p:scale>
          <a:sx n="59" d="100"/>
          <a:sy n="59" d="100"/>
        </p:scale>
        <p:origin x="964" y="100"/>
      </p:cViewPr>
      <p:guideLst/>
    </p:cSldViewPr>
  </p:slideViewPr>
  <p:notesTextViewPr>
    <p:cViewPr>
      <p:scale>
        <a:sx n="3" d="2"/>
        <a:sy n="3" d="2"/>
      </p:scale>
      <p:origin x="0" y="0"/>
    </p:cViewPr>
  </p:notesTextViewPr>
  <p:notesViewPr>
    <p:cSldViewPr>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5/10/relationships/revisionInfo" Target="revisionInfo.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diagrams/_rels/data1.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image" Target="../media/image9.jpg"/></Relationships>
</file>

<file path=ppt/diagrams/_rels/drawing1.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image" Target="../media/image9.jpg"/></Relationships>
</file>

<file path=ppt/diagrams/colors1.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D64B6C9-490F-4F94-8C05-FDBD7A273750}" type="doc">
      <dgm:prSet loTypeId="urn:microsoft.com/office/officeart/2024/3/layout/verticalVisualTextBlock1" loCatId="Picture" qsTypeId="urn:microsoft.com/office/officeart/2005/8/quickstyle/simple4" qsCatId="simple" csTypeId="urn:microsoft.com/office/officeart/2005/8/colors/accent0_3" csCatId="mainScheme" phldr="1"/>
      <dgm:spPr/>
      <dgm:t>
        <a:bodyPr/>
        <a:lstStyle/>
        <a:p>
          <a:endParaRPr lang="en-US"/>
        </a:p>
      </dgm:t>
    </dgm:pt>
    <dgm:pt modelId="{35BB3756-65A4-4D96-BABD-2C6D3540894D}">
      <dgm:prSet custT="1"/>
      <dgm:spPr/>
      <dgm:t>
        <a:bodyPr/>
        <a:lstStyle/>
        <a:p>
          <a:pPr>
            <a:lnSpc>
              <a:spcPct val="100000"/>
            </a:lnSpc>
            <a:defRPr b="1"/>
          </a:pPr>
          <a:r>
            <a:rPr lang="en-US" sz="3200" dirty="0"/>
            <a:t>Introduction de </a:t>
          </a:r>
          <a:r>
            <a:rPr lang="en-US" sz="3200" dirty="0" err="1"/>
            <a:t>l’équipe</a:t>
          </a:r>
          <a:endParaRPr lang="en-US" sz="3200" dirty="0"/>
        </a:p>
      </dgm:t>
    </dgm:pt>
    <dgm:pt modelId="{E6FAD6D5-2778-4FCE-9471-90DED6B1DD3E}" type="parTrans" cxnId="{D01B8383-1270-493F-B55B-7C329509219D}">
      <dgm:prSet/>
      <dgm:spPr/>
      <dgm:t>
        <a:bodyPr/>
        <a:lstStyle/>
        <a:p>
          <a:endParaRPr lang="en-US"/>
        </a:p>
      </dgm:t>
    </dgm:pt>
    <dgm:pt modelId="{BC41C554-F1D1-4660-8B20-3AB140923549}" type="sibTrans" cxnId="{D01B8383-1270-493F-B55B-7C329509219D}">
      <dgm:prSet/>
      <dgm:spPr/>
      <dgm:t>
        <a:bodyPr/>
        <a:lstStyle/>
        <a:p>
          <a:pPr>
            <a:lnSpc>
              <a:spcPct val="100000"/>
            </a:lnSpc>
            <a:defRPr b="1"/>
          </a:pPr>
          <a:endParaRPr lang="en-US"/>
        </a:p>
      </dgm:t>
    </dgm:pt>
    <dgm:pt modelId="{C9D3CB71-B3AB-434E-868D-BC285EE870E2}">
      <dgm:prSet/>
      <dgm:spPr/>
      <dgm:t>
        <a:bodyPr/>
        <a:lstStyle/>
        <a:p>
          <a:pPr>
            <a:lnSpc>
              <a:spcPct val="100000"/>
            </a:lnSpc>
          </a:pPr>
          <a:endParaRPr lang="en-US" dirty="0"/>
        </a:p>
      </dgm:t>
    </dgm:pt>
    <dgm:pt modelId="{E14BF2D7-8B90-4310-BE6B-E14E69123E44}" type="parTrans" cxnId="{5DBCF2E3-D095-4393-BD99-CBC047BA9F3B}">
      <dgm:prSet/>
      <dgm:spPr/>
      <dgm:t>
        <a:bodyPr/>
        <a:lstStyle/>
        <a:p>
          <a:endParaRPr lang="en-US"/>
        </a:p>
      </dgm:t>
    </dgm:pt>
    <dgm:pt modelId="{88C977FE-8AFE-4819-805B-BC24BC314052}" type="sibTrans" cxnId="{5DBCF2E3-D095-4393-BD99-CBC047BA9F3B}">
      <dgm:prSet/>
      <dgm:spPr/>
      <dgm:t>
        <a:bodyPr/>
        <a:lstStyle/>
        <a:p>
          <a:endParaRPr lang="en-US"/>
        </a:p>
      </dgm:t>
    </dgm:pt>
    <dgm:pt modelId="{D92A67EB-CB1A-46D5-8B30-08C591C782F1}">
      <dgm:prSet custT="1"/>
      <dgm:spPr/>
      <dgm:t>
        <a:bodyPr/>
        <a:lstStyle/>
        <a:p>
          <a:pPr>
            <a:lnSpc>
              <a:spcPct val="100000"/>
            </a:lnSpc>
            <a:defRPr b="1"/>
          </a:pPr>
          <a:r>
            <a:rPr lang="en-US" sz="3200" dirty="0" err="1"/>
            <a:t>Rôles</a:t>
          </a:r>
          <a:r>
            <a:rPr lang="en-US" sz="3200" dirty="0"/>
            <a:t> et </a:t>
          </a:r>
          <a:r>
            <a:rPr lang="en-US" sz="3200" dirty="0" err="1"/>
            <a:t>compétences</a:t>
          </a:r>
          <a:endParaRPr lang="en-US" sz="3200" dirty="0"/>
        </a:p>
      </dgm:t>
    </dgm:pt>
    <dgm:pt modelId="{4BDFFEFA-475F-4A5E-BB41-C67B91E6CB81}" type="parTrans" cxnId="{269AFFFE-49FD-4BC5-B86A-6A7A9A385A2D}">
      <dgm:prSet/>
      <dgm:spPr/>
      <dgm:t>
        <a:bodyPr/>
        <a:lstStyle/>
        <a:p>
          <a:endParaRPr lang="en-US"/>
        </a:p>
      </dgm:t>
    </dgm:pt>
    <dgm:pt modelId="{4A8E8372-39D5-4DD9-BC8E-67F0239B29A3}" type="sibTrans" cxnId="{269AFFFE-49FD-4BC5-B86A-6A7A9A385A2D}">
      <dgm:prSet/>
      <dgm:spPr/>
      <dgm:t>
        <a:bodyPr/>
        <a:lstStyle/>
        <a:p>
          <a:pPr>
            <a:lnSpc>
              <a:spcPct val="100000"/>
            </a:lnSpc>
            <a:defRPr b="1"/>
          </a:pPr>
          <a:endParaRPr lang="en-US"/>
        </a:p>
      </dgm:t>
    </dgm:pt>
    <dgm:pt modelId="{C9BDA203-5EDA-407D-9BFC-6468B24F720B}" type="pres">
      <dgm:prSet presAssocID="{FD64B6C9-490F-4F94-8C05-FDBD7A273750}" presName="Root" presStyleCnt="0">
        <dgm:presLayoutVars>
          <dgm:dir/>
          <dgm:resizeHandles val="exact"/>
        </dgm:presLayoutVars>
      </dgm:prSet>
      <dgm:spPr/>
    </dgm:pt>
    <dgm:pt modelId="{363DF121-F6C9-4D11-9BD5-28491E66C4F8}" type="pres">
      <dgm:prSet presAssocID="{35BB3756-65A4-4D96-BABD-2C6D3540894D}" presName="Composite" presStyleCnt="0"/>
      <dgm:spPr/>
    </dgm:pt>
    <dgm:pt modelId="{3CF806B0-5689-4CB0-93FC-75ED1896B761}" type="pres">
      <dgm:prSet presAssocID="{35BB3756-65A4-4D96-BABD-2C6D3540894D}" presName="Picture" presStyleLbl="node1" presStyleIdx="0" presStyleCnt="2" custScaleX="195440"/>
      <dgm:spPr>
        <a:blipFill dpi="0" rotWithShape="1">
          <a:blip xmlns:r="http://schemas.openxmlformats.org/officeDocument/2006/relationships" r:embed="rId1">
            <a:extLst>
              <a:ext uri="{28A0092B-C50C-407E-A947-70E740481C1C}">
                <a14:useLocalDpi xmlns:a14="http://schemas.microsoft.com/office/drawing/2010/main" val="0"/>
              </a:ext>
            </a:extLst>
          </a:blip>
          <a:srcRect/>
          <a:stretch>
            <a:fillRect/>
          </a:stretch>
        </a:blipFill>
      </dgm:spPr>
      <dgm:extLst>
        <a:ext uri="{E40237B7-FDA0-4F09-8148-C483321AD2D9}">
          <dgm14:cNvPr xmlns:dgm14="http://schemas.microsoft.com/office/drawing/2010/diagram" id="0" name="" descr="Femme d’affaires adulte confiante faisant une présentation dans un bureau moderne, deux hommes assis à table, observant"/>
        </a:ext>
      </dgm:extLst>
    </dgm:pt>
    <dgm:pt modelId="{B9AB2418-04DB-4A68-B15D-4613545AA698}" type="pres">
      <dgm:prSet presAssocID="{35BB3756-65A4-4D96-BABD-2C6D3540894D}" presName="Subtitle" presStyleLbl="revTx" presStyleIdx="0" presStyleCnt="4" custScaleX="63692" custScaleY="131982" custLinFactY="25145" custLinFactNeighborX="-4431" custLinFactNeighborY="100000">
        <dgm:presLayoutVars>
          <dgm:chMax val="0"/>
          <dgm:bulletEnabled/>
        </dgm:presLayoutVars>
      </dgm:prSet>
      <dgm:spPr/>
    </dgm:pt>
    <dgm:pt modelId="{3D30EF76-E411-47B7-A0BB-A6228404AB49}" type="pres">
      <dgm:prSet presAssocID="{35BB3756-65A4-4D96-BABD-2C6D3540894D}" presName="Description" presStyleLbl="revTx" presStyleIdx="1" presStyleCnt="4" custLinFactNeighborX="7821" custLinFactNeighborY="3336">
        <dgm:presLayoutVars>
          <dgm:bulletEnabled/>
        </dgm:presLayoutVars>
      </dgm:prSet>
      <dgm:spPr/>
    </dgm:pt>
    <dgm:pt modelId="{E7BCBE83-68F5-4C83-93EA-DF5FB2E9D411}" type="pres">
      <dgm:prSet presAssocID="{BC41C554-F1D1-4660-8B20-3AB140923549}" presName="sibTrans" presStyleLbl="sibTrans2D1" presStyleIdx="0" presStyleCnt="0"/>
      <dgm:spPr/>
    </dgm:pt>
    <dgm:pt modelId="{B3E3570F-458C-4A70-B5B7-BA3FECDF67A2}" type="pres">
      <dgm:prSet presAssocID="{D92A67EB-CB1A-46D5-8B30-08C591C782F1}" presName="Composite" presStyleCnt="0"/>
      <dgm:spPr/>
    </dgm:pt>
    <dgm:pt modelId="{CD445539-8ACD-42CE-B92F-83B46369B511}" type="pres">
      <dgm:prSet presAssocID="{D92A67EB-CB1A-46D5-8B30-08C591C782F1}" presName="Picture" presStyleLbl="node1" presStyleIdx="1" presStyleCnt="2" custScaleX="194517" custLinFactNeighborX="-179" custLinFactNeighborY="-3178"/>
      <dgm:spPr>
        <a:blipFill dpi="0" rotWithShape="1">
          <a:blip xmlns:r="http://schemas.openxmlformats.org/officeDocument/2006/relationships" r:embed="rId2">
            <a:extLst>
              <a:ext uri="{28A0092B-C50C-407E-A947-70E740481C1C}">
                <a14:useLocalDpi xmlns:a14="http://schemas.microsoft.com/office/drawing/2010/main" val="0"/>
              </a:ext>
            </a:extLst>
          </a:blip>
          <a:srcRect/>
          <a:stretch>
            <a:fillRect/>
          </a:stretch>
        </a:blipFill>
      </dgm:spPr>
      <dgm:extLst>
        <a:ext uri="{E40237B7-FDA0-4F09-8148-C483321AD2D9}">
          <dgm14:cNvPr xmlns:dgm14="http://schemas.microsoft.com/office/drawing/2010/diagram" id="0" name="" descr="Brainstorming de l’équipe commerciale"/>
        </a:ext>
      </dgm:extLst>
    </dgm:pt>
    <dgm:pt modelId="{B2EAA95B-4CF1-445F-AB37-9A6C79FCB847}" type="pres">
      <dgm:prSet presAssocID="{D92A67EB-CB1A-46D5-8B30-08C591C782F1}" presName="Subtitle" presStyleLbl="revTx" presStyleIdx="2" presStyleCnt="4" custScaleX="48036" custScaleY="141000" custLinFactY="27404" custLinFactNeighborX="-10034" custLinFactNeighborY="100000">
        <dgm:presLayoutVars>
          <dgm:chMax val="0"/>
          <dgm:bulletEnabled/>
        </dgm:presLayoutVars>
      </dgm:prSet>
      <dgm:spPr/>
    </dgm:pt>
    <dgm:pt modelId="{08212D0A-2A97-4BB7-970A-5E26298FD141}" type="pres">
      <dgm:prSet presAssocID="{D92A67EB-CB1A-46D5-8B30-08C591C782F1}" presName="Description" presStyleLbl="revTx" presStyleIdx="3" presStyleCnt="4">
        <dgm:presLayoutVars>
          <dgm:bulletEnabled/>
        </dgm:presLayoutVars>
      </dgm:prSet>
      <dgm:spPr/>
    </dgm:pt>
  </dgm:ptLst>
  <dgm:cxnLst>
    <dgm:cxn modelId="{66576F17-37C9-455B-892E-8536F3BBEC75}" type="presOf" srcId="{C9D3CB71-B3AB-434E-868D-BC285EE870E2}" destId="{3D30EF76-E411-47B7-A0BB-A6228404AB49}" srcOrd="0" destOrd="0" presId="urn:microsoft.com/office/officeart/2024/3/layout/verticalVisualTextBlock1"/>
    <dgm:cxn modelId="{B4AFF82F-F31A-4C5F-9F9B-AE086A5A0238}" type="presOf" srcId="{BC41C554-F1D1-4660-8B20-3AB140923549}" destId="{E7BCBE83-68F5-4C83-93EA-DF5FB2E9D411}" srcOrd="0" destOrd="0" presId="urn:microsoft.com/office/officeart/2024/3/layout/verticalVisualTextBlock1"/>
    <dgm:cxn modelId="{E7D08F48-AB06-4EBA-B10A-6D599918A68D}" type="presOf" srcId="{FD64B6C9-490F-4F94-8C05-FDBD7A273750}" destId="{C9BDA203-5EDA-407D-9BFC-6468B24F720B}" srcOrd="0" destOrd="0" presId="urn:microsoft.com/office/officeart/2024/3/layout/verticalVisualTextBlock1"/>
    <dgm:cxn modelId="{2C4C9559-58EB-41BB-9A8E-3B1C4FAD25A8}" type="presOf" srcId="{35BB3756-65A4-4D96-BABD-2C6D3540894D}" destId="{B9AB2418-04DB-4A68-B15D-4613545AA698}" srcOrd="0" destOrd="0" presId="urn:microsoft.com/office/officeart/2024/3/layout/verticalVisualTextBlock1"/>
    <dgm:cxn modelId="{D01B8383-1270-493F-B55B-7C329509219D}" srcId="{FD64B6C9-490F-4F94-8C05-FDBD7A273750}" destId="{35BB3756-65A4-4D96-BABD-2C6D3540894D}" srcOrd="0" destOrd="0" parTransId="{E6FAD6D5-2778-4FCE-9471-90DED6B1DD3E}" sibTransId="{BC41C554-F1D1-4660-8B20-3AB140923549}"/>
    <dgm:cxn modelId="{8061CED4-7404-4EE5-8E15-3F0162093C6E}" type="presOf" srcId="{D92A67EB-CB1A-46D5-8B30-08C591C782F1}" destId="{B2EAA95B-4CF1-445F-AB37-9A6C79FCB847}" srcOrd="0" destOrd="0" presId="urn:microsoft.com/office/officeart/2024/3/layout/verticalVisualTextBlock1"/>
    <dgm:cxn modelId="{5DBCF2E3-D095-4393-BD99-CBC047BA9F3B}" srcId="{35BB3756-65A4-4D96-BABD-2C6D3540894D}" destId="{C9D3CB71-B3AB-434E-868D-BC285EE870E2}" srcOrd="0" destOrd="0" parTransId="{E14BF2D7-8B90-4310-BE6B-E14E69123E44}" sibTransId="{88C977FE-8AFE-4819-805B-BC24BC314052}"/>
    <dgm:cxn modelId="{269AFFFE-49FD-4BC5-B86A-6A7A9A385A2D}" srcId="{FD64B6C9-490F-4F94-8C05-FDBD7A273750}" destId="{D92A67EB-CB1A-46D5-8B30-08C591C782F1}" srcOrd="1" destOrd="0" parTransId="{4BDFFEFA-475F-4A5E-BB41-C67B91E6CB81}" sibTransId="{4A8E8372-39D5-4DD9-BC8E-67F0239B29A3}"/>
    <dgm:cxn modelId="{49CA42AE-E0EA-4CE6-8D65-A967FB4CDFAC}" type="presParOf" srcId="{C9BDA203-5EDA-407D-9BFC-6468B24F720B}" destId="{363DF121-F6C9-4D11-9BD5-28491E66C4F8}" srcOrd="0" destOrd="0" presId="urn:microsoft.com/office/officeart/2024/3/layout/verticalVisualTextBlock1"/>
    <dgm:cxn modelId="{B77CBD92-215A-42E4-BCFE-BBA0115C0CB6}" type="presParOf" srcId="{363DF121-F6C9-4D11-9BD5-28491E66C4F8}" destId="{3CF806B0-5689-4CB0-93FC-75ED1896B761}" srcOrd="0" destOrd="0" presId="urn:microsoft.com/office/officeart/2024/3/layout/verticalVisualTextBlock1"/>
    <dgm:cxn modelId="{2A751B16-64B1-4C56-B9AC-1EA7A4E5F4C4}" type="presParOf" srcId="{363DF121-F6C9-4D11-9BD5-28491E66C4F8}" destId="{B9AB2418-04DB-4A68-B15D-4613545AA698}" srcOrd="1" destOrd="0" presId="urn:microsoft.com/office/officeart/2024/3/layout/verticalVisualTextBlock1"/>
    <dgm:cxn modelId="{D8FA8E09-F95B-4EE2-997E-59262AC362DE}" type="presParOf" srcId="{363DF121-F6C9-4D11-9BD5-28491E66C4F8}" destId="{3D30EF76-E411-47B7-A0BB-A6228404AB49}" srcOrd="2" destOrd="0" presId="urn:microsoft.com/office/officeart/2024/3/layout/verticalVisualTextBlock1"/>
    <dgm:cxn modelId="{BE99A327-DB7B-4BC4-BFC0-0C24DF61DB71}" type="presParOf" srcId="{C9BDA203-5EDA-407D-9BFC-6468B24F720B}" destId="{E7BCBE83-68F5-4C83-93EA-DF5FB2E9D411}" srcOrd="1" destOrd="0" presId="urn:microsoft.com/office/officeart/2024/3/layout/verticalVisualTextBlock1"/>
    <dgm:cxn modelId="{C225E55D-68F3-4514-8217-1A3CFA37D97A}" type="presParOf" srcId="{C9BDA203-5EDA-407D-9BFC-6468B24F720B}" destId="{B3E3570F-458C-4A70-B5B7-BA3FECDF67A2}" srcOrd="2" destOrd="0" presId="urn:microsoft.com/office/officeart/2024/3/layout/verticalVisualTextBlock1"/>
    <dgm:cxn modelId="{3372F3A8-A23E-45EA-9E66-A0C285FBDE4F}" type="presParOf" srcId="{B3E3570F-458C-4A70-B5B7-BA3FECDF67A2}" destId="{CD445539-8ACD-42CE-B92F-83B46369B511}" srcOrd="0" destOrd="0" presId="urn:microsoft.com/office/officeart/2024/3/layout/verticalVisualTextBlock1"/>
    <dgm:cxn modelId="{3694E26E-63B4-4354-AF87-4B2FCCCF74B1}" type="presParOf" srcId="{B3E3570F-458C-4A70-B5B7-BA3FECDF67A2}" destId="{B2EAA95B-4CF1-445F-AB37-9A6C79FCB847}" srcOrd="1" destOrd="0" presId="urn:microsoft.com/office/officeart/2024/3/layout/verticalVisualTextBlock1"/>
    <dgm:cxn modelId="{8A663634-CAA6-4844-8E54-1EC2DE80262D}" type="presParOf" srcId="{B3E3570F-458C-4A70-B5B7-BA3FECDF67A2}" destId="{08212D0A-2A97-4BB7-970A-5E26298FD141}" srcOrd="2" destOrd="0" presId="urn:microsoft.com/office/officeart/2024/3/layout/verticalVisualTextBlock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CF806B0-5689-4CB0-93FC-75ED1896B761}">
      <dsp:nvSpPr>
        <dsp:cNvPr id="0" name=""/>
        <dsp:cNvSpPr/>
      </dsp:nvSpPr>
      <dsp:spPr>
        <a:xfrm>
          <a:off x="0" y="92962"/>
          <a:ext cx="4342200" cy="2221756"/>
        </a:xfrm>
        <a:prstGeom prst="rect">
          <a:avLst/>
        </a:prstGeom>
        <a:blipFill dpi="0" rotWithShape="1">
          <a:blip xmlns:r="http://schemas.openxmlformats.org/officeDocument/2006/relationships" r:embed="rId1">
            <a:extLst>
              <a:ext uri="{28A0092B-C50C-407E-A947-70E740481C1C}">
                <a14:useLocalDpi xmlns:a14="http://schemas.microsoft.com/office/drawing/2010/main" val="0"/>
              </a:ext>
            </a:extLst>
          </a:blip>
          <a:srcRect/>
          <a:stretch>
            <a:fillRect/>
          </a:stretch>
        </a:blipFill>
        <a:ln>
          <a:noFill/>
        </a:ln>
        <a:effectLst/>
      </dsp:spPr>
      <dsp:style>
        <a:lnRef idx="0">
          <a:scrgbClr r="0" g="0" b="0"/>
        </a:lnRef>
        <a:fillRef idx="3">
          <a:scrgbClr r="0" g="0" b="0"/>
        </a:fillRef>
        <a:effectRef idx="2">
          <a:scrgbClr r="0" g="0" b="0"/>
        </a:effectRef>
        <a:fontRef idx="minor">
          <a:schemeClr val="lt1"/>
        </a:fontRef>
      </dsp:style>
    </dsp:sp>
    <dsp:sp modelId="{B9AB2418-04DB-4A68-B15D-4613545AA698}">
      <dsp:nvSpPr>
        <dsp:cNvPr id="0" name=""/>
        <dsp:cNvSpPr/>
      </dsp:nvSpPr>
      <dsp:spPr>
        <a:xfrm>
          <a:off x="4672499" y="727523"/>
          <a:ext cx="5618344" cy="7672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40640" rIns="40640" bIns="40640" numCol="1" spcCol="1270" anchor="t" anchorCtr="0">
          <a:noAutofit/>
        </a:bodyPr>
        <a:lstStyle/>
        <a:p>
          <a:pPr marL="0" lvl="0" indent="0" algn="l" defTabSz="1422400">
            <a:lnSpc>
              <a:spcPct val="100000"/>
            </a:lnSpc>
            <a:spcBef>
              <a:spcPct val="0"/>
            </a:spcBef>
            <a:spcAft>
              <a:spcPct val="35000"/>
            </a:spcAft>
            <a:buNone/>
            <a:defRPr b="1"/>
          </a:pPr>
          <a:r>
            <a:rPr lang="en-US" sz="3200" kern="1200" dirty="0"/>
            <a:t>Introduction de </a:t>
          </a:r>
          <a:r>
            <a:rPr lang="en-US" sz="3200" kern="1200" dirty="0" err="1"/>
            <a:t>l’équipe</a:t>
          </a:r>
          <a:endParaRPr lang="en-US" sz="3200" kern="1200" dirty="0"/>
        </a:p>
      </dsp:txBody>
      <dsp:txXfrm>
        <a:off x="4672499" y="727523"/>
        <a:ext cx="5618344" cy="767269"/>
      </dsp:txXfrm>
    </dsp:sp>
    <dsp:sp modelId="{3D30EF76-E411-47B7-A0BB-A6228404AB49}">
      <dsp:nvSpPr>
        <dsp:cNvPr id="0" name=""/>
        <dsp:cNvSpPr/>
      </dsp:nvSpPr>
      <dsp:spPr>
        <a:xfrm>
          <a:off x="3461978" y="729031"/>
          <a:ext cx="8821115" cy="16404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endParaRPr lang="en-US" sz="1400" kern="1200" dirty="0"/>
        </a:p>
      </dsp:txBody>
      <dsp:txXfrm>
        <a:off x="3461978" y="729031"/>
        <a:ext cx="8821115" cy="1640412"/>
      </dsp:txXfrm>
    </dsp:sp>
    <dsp:sp modelId="{CD445539-8ACD-42CE-B92F-83B46369B511}">
      <dsp:nvSpPr>
        <dsp:cNvPr id="0" name=""/>
        <dsp:cNvSpPr/>
      </dsp:nvSpPr>
      <dsp:spPr>
        <a:xfrm>
          <a:off x="1149" y="2542134"/>
          <a:ext cx="4321693" cy="2221756"/>
        </a:xfrm>
        <a:prstGeom prst="rect">
          <a:avLst/>
        </a:prstGeom>
        <a:blipFill dpi="0" rotWithShape="1">
          <a:blip xmlns:r="http://schemas.openxmlformats.org/officeDocument/2006/relationships" r:embed="rId2">
            <a:extLst>
              <a:ext uri="{28A0092B-C50C-407E-A947-70E740481C1C}">
                <a14:useLocalDpi xmlns:a14="http://schemas.microsoft.com/office/drawing/2010/main" val="0"/>
              </a:ext>
            </a:extLst>
          </a:blip>
          <a:srcRect/>
          <a:stretch>
            <a:fillRect/>
          </a:stretch>
        </a:blipFill>
        <a:ln>
          <a:noFill/>
        </a:ln>
        <a:effectLst/>
      </dsp:spPr>
      <dsp:style>
        <a:lnRef idx="0">
          <a:scrgbClr r="0" g="0" b="0"/>
        </a:lnRef>
        <a:fillRef idx="3">
          <a:scrgbClr r="0" g="0" b="0"/>
        </a:fillRef>
        <a:effectRef idx="2">
          <a:scrgbClr r="0" g="0" b="0"/>
        </a:effectRef>
        <a:fontRef idx="minor">
          <a:schemeClr val="lt1"/>
        </a:fontRef>
      </dsp:style>
    </dsp:sp>
    <dsp:sp modelId="{B2EAA95B-4CF1-445F-AB37-9A6C79FCB847}">
      <dsp:nvSpPr>
        <dsp:cNvPr id="0" name=""/>
        <dsp:cNvSpPr/>
      </dsp:nvSpPr>
      <dsp:spPr>
        <a:xfrm>
          <a:off x="4863643" y="3239992"/>
          <a:ext cx="4237310" cy="8273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40640" rIns="40640" bIns="40640" numCol="1" spcCol="1270" anchor="t" anchorCtr="0">
          <a:noAutofit/>
        </a:bodyPr>
        <a:lstStyle/>
        <a:p>
          <a:pPr marL="0" lvl="0" indent="0" algn="l" defTabSz="1422400">
            <a:lnSpc>
              <a:spcPct val="100000"/>
            </a:lnSpc>
            <a:spcBef>
              <a:spcPct val="0"/>
            </a:spcBef>
            <a:spcAft>
              <a:spcPct val="35000"/>
            </a:spcAft>
            <a:buNone/>
            <a:defRPr b="1"/>
          </a:pPr>
          <a:r>
            <a:rPr lang="en-US" sz="3200" kern="1200" dirty="0" err="1"/>
            <a:t>Rôles</a:t>
          </a:r>
          <a:r>
            <a:rPr lang="en-US" sz="3200" kern="1200" dirty="0"/>
            <a:t> et </a:t>
          </a:r>
          <a:r>
            <a:rPr lang="en-US" sz="3200" kern="1200" dirty="0" err="1"/>
            <a:t>compétences</a:t>
          </a:r>
          <a:endParaRPr lang="en-US" sz="3200" kern="1200" dirty="0"/>
        </a:p>
      </dsp:txBody>
      <dsp:txXfrm>
        <a:off x="4863643" y="3239992"/>
        <a:ext cx="4237310" cy="827306"/>
      </dsp:txXfrm>
    </dsp:sp>
    <dsp:sp modelId="{08212D0A-2A97-4BB7-970A-5E26298FD141}">
      <dsp:nvSpPr>
        <dsp:cNvPr id="0" name=""/>
        <dsp:cNvSpPr/>
      </dsp:nvSpPr>
      <dsp:spPr>
        <a:xfrm>
          <a:off x="3456851" y="3199484"/>
          <a:ext cx="8821115" cy="1635013"/>
        </a:xfrm>
        <a:prstGeom prst="rect">
          <a:avLst/>
        </a:prstGeom>
        <a:noFill/>
        <a:ln>
          <a:noFill/>
        </a:ln>
        <a:effectLst/>
      </dsp:spPr>
      <dsp:style>
        <a:lnRef idx="0">
          <a:scrgbClr r="0" g="0" b="0"/>
        </a:lnRef>
        <a:fillRef idx="0">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24/3/layout/verticalVisualTextBlock1">
  <dgm:title val="Vertical Visual Text Blocks"/>
  <dgm:desc val="Pictures with short bits of text with formatted headers. Use as an easier-to-read alternative to a bulleted list."/>
  <dgm:catLst>
    <dgm:cat type="picture" pri="1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Root">
    <dgm:varLst>
      <dgm:dir/>
      <dgm:resizeHandles val="exact"/>
    </dgm:varLst>
    <dgm:choose name="BasedOnLanguageDirection">
      <dgm:if name="LeftToRight" func="var" arg="dir" op="equ" val="norm">
        <dgm:alg type="lin">
          <dgm:param type="linDir" val="fromT"/>
          <dgm:param type="vertAlign" val="t"/>
          <dgm:param type="horzAlign" val="l"/>
        </dgm:alg>
      </dgm:if>
      <dgm:else name="RightToLeft">
        <dgm:alg type="lin">
          <dgm:param type="linDir" val="fromT"/>
          <dgm:param type="vertAlign" val="t"/>
          <dgm:param type="horzAlign" val="r"/>
        </dgm:alg>
      </dgm:else>
    </dgm:choose>
    <dgm:presOf/>
    <dgm:constrLst>
      <dgm:constr type="primFontSz" for="des" forName="Subtitle" op="equ" val="18"/>
      <dgm:constr type="primFontSz" for="des" forName="Description" refType="primFontSz" refFor="des" refForName="Subtitle" op="equ" fact="0.77"/>
      <dgm:constr type="w" for="ch" forName="Composite" refType="w"/>
      <dgm:constr type="h" for="ch" forName="Composite" refType="h"/>
      <dgm:constr type="h" for="ch" forName="sibTrans" refType="h" refFor="ch" refForName="Composite" fact="0.08"/>
      <dgm:constr type="sp" refType="w" refFor="ch" refForName="Composite" op="equ" fact="0.1"/>
    </dgm:constrLst>
    <dgm:ruleLst/>
    <dgm:forEach name="DirectChildrenOfRoot" axis="ch" ptType="node">
      <dgm:layoutNode name="Composite">
        <dgm:alg type="composite"/>
        <dgm:shape xmlns:r="http://schemas.openxmlformats.org/officeDocument/2006/relationships" r:blip="">
          <dgm:adjLst/>
        </dgm:shape>
        <dgm:presOf/>
        <dgm:constrLst>
          <dgm:constr type="w" for="ch" forName="Picture" refType="w" fact="0.335"/>
          <dgm:constr type="h" for="ch" forName="Picture" refType="w" refFor="ch" refForName="Picture" op="equ"/>
          <dgm:constr type="h" for="ch" forName="Picture" refType="h" op="lte"/>
          <dgm:constr type="l" for="ch" forName="Subtitle" refType="r" refFor="ch" refForName="Picture"/>
          <dgm:constr type="lOff" for="ch" forName="Subtitle" val="5"/>
          <dgm:constr type="h" for="ch" forName="Subtitle" refType="h" fact="0.1"/>
          <dgm:constr type="t" for="ch" forName="Description" refType="b" refFor="ch" refForName="Subtitle"/>
          <dgm:constr type="l" for="ch" forName="Description" refType="r" refFor="ch" refForName="Picture"/>
          <dgm:constr type="lOff" for="ch" forName="Description" val="5"/>
        </dgm:constrLst>
        <dgm:ruleLst/>
        <dgm:layoutNode name="Picture" styleLbl="node1">
          <dgm:alg type="sp"/>
          <dgm:shape xmlns:r="http://schemas.openxmlformats.org/officeDocument/2006/relationships" type="rect" r:blip="" blipPhldr="1">
            <dgm:adjLst/>
          </dgm:shape>
          <dgm:presOf/>
          <dgm:constrLst/>
          <dgm:ruleLst/>
        </dgm:layoutNode>
        <dgm:layoutNode name="Subtitle" styleLbl="revTx">
          <dgm:varLst>
            <dgm:chMax val="0"/>
            <dgm:bulletEnabled/>
          </dgm:varLst>
          <dgm:alg type="tx">
            <dgm:param type="parTxLTRAlign" val="l"/>
            <dgm:param type="parTxRTLAlign" val="r"/>
            <dgm:param type="txAnchorVert" val="t"/>
          </dgm:alg>
          <dgm:shape xmlns:r="http://schemas.openxmlformats.org/officeDocument/2006/relationships" type="rect" r:blip="">
            <dgm:adjLst/>
          </dgm:shape>
          <dgm:presOf axis="self"/>
          <dgm:choose name="SubtitleConstraintsBasedOnLanguageDirection">
            <dgm:if name="SubtitleIsLeftToRight" func="var" arg="dir" op="equ" val="norm">
              <dgm:constrLst>
                <dgm:constr type="h" refType="w" op="lte" fact="0.4"/>
                <dgm:constr type="lMarg"/>
                <dgm:constr type="rMarg" refType="primFontSz" fact="0.1"/>
                <dgm:constr type="tMarg" refType="primFontSz" fact="0.1"/>
                <dgm:constr type="bMarg" refType="primFontSz" fact="0.1"/>
              </dgm:constrLst>
            </dgm:if>
            <dgm:else name="SubtitleIsRightToLeft">
              <dgm:constrLst>
                <dgm:constr type="h" refType="w" op="lte" fact="0.4"/>
                <dgm:constr type="rMarg"/>
                <dgm:constr type="lMarg" refType="primFontSz" fact="0.1"/>
                <dgm:constr type="tMarg" refType="primFontSz" fact="0.1"/>
                <dgm:constr type="bMarg" refType="primFontSz" fact="0.1"/>
              </dgm:constrLst>
            </dgm:else>
          </dgm:choose>
          <dgm:ruleLst>
            <dgm:rule type="h" val="INF" fact="NaN" max="NaN"/>
            <dgm:rule type="primFontSz" val="5" fact="NaN" max="NaN"/>
          </dgm:ruleLst>
        </dgm:layoutNode>
        <dgm:layoutNode name="Description" styleLbl="revTx">
          <dgm:varLst>
            <dgm:bulletEnabled/>
          </dgm:varLst>
          <dgm:alg type="tx">
            <dgm:param type="parTxLTRAlign" val="l"/>
            <dgm:param type="parTxRTLAlign" val="r"/>
            <dgm:param type="txAnchorVert" val="t"/>
          </dgm:alg>
          <dgm:shape xmlns:r="http://schemas.openxmlformats.org/officeDocument/2006/relationships" type="rect" r:blip="">
            <dgm:adjLst/>
          </dgm:shape>
          <dgm:presOf axis="des" ptType="node"/>
          <dgm:choose name="DescriptionConstraintsBasedOnLanguageDirection">
            <dgm:if name="DescriptionIsLeftToRight" func="var" arg="dir" op="equ" val="norm">
              <dgm:constrLst>
                <dgm:constr type="lMarg"/>
                <dgm:constr type="rMarg" refType="primFontSz" fact="0.1"/>
                <dgm:constr type="tMarg" refType="primFontSz" fact="0.1"/>
                <dgm:constr type="bMarg" refType="primFontSz" fact="0.1"/>
              </dgm:constrLst>
            </dgm:if>
            <dgm:else name="DescriptionIsRightToLeft">
              <dgm:constrLst>
                <dgm:constr type="lMarg" refType="primFontSz" fact="0.1"/>
                <dgm:constr type="rMarg"/>
                <dgm:constr type="tMarg" refType="primFontSz" fact="0.1"/>
                <dgm:constr type="bMarg" refType="primFontSz" fact="0.1"/>
              </dgm:constrLst>
            </dgm:else>
          </dgm:choose>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C42EDEF-9369-43B5-985F-AEE459BFE9B2}" type="datetimeFigureOut">
              <a:t>11/23/2025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063D1FC-4A35-4350-BF82-F6497F1DE7FB}" type="slidenum">
              <a:t>‹n°›</a:t>
            </a:fld>
            <a:endParaRPr lang="en-US"/>
          </a:p>
        </p:txBody>
      </p:sp>
    </p:spTree>
    <p:extLst>
      <p:ext uri="{BB962C8B-B14F-4D97-AF65-F5344CB8AC3E}">
        <p14:creationId xmlns:p14="http://schemas.microsoft.com/office/powerpoint/2010/main" val="4406606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Le contenu généré par l’IA peut être incorrect.
---
</a:t>
            </a:r>
          </a:p>
        </p:txBody>
      </p:sp>
      <p:sp>
        <p:nvSpPr>
          <p:cNvPr id="4" name="Slide Number Placeholder 3"/>
          <p:cNvSpPr>
            <a:spLocks noGrp="1"/>
          </p:cNvSpPr>
          <p:nvPr>
            <p:ph type="sldNum" sz="quarter" idx="5"/>
          </p:nvPr>
        </p:nvSpPr>
        <p:spPr/>
        <p:txBody>
          <a:bodyPr/>
          <a:lstStyle/>
          <a:p>
            <a:fld id="{669B5E89-B0CE-4EBD-B6DC-3CE1D22C742B}" type="slidenum">
              <a:t>1</a:t>
            </a:fld>
            <a:endParaRPr lang="en-US"/>
          </a:p>
        </p:txBody>
      </p:sp>
    </p:spTree>
    <p:extLst>
      <p:ext uri="{BB962C8B-B14F-4D97-AF65-F5344CB8AC3E}">
        <p14:creationId xmlns:p14="http://schemas.microsoft.com/office/powerpoint/2010/main" val="12722319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Présenter</a:t>
            </a:r>
            <a:r>
              <a:rPr lang="en-US" dirty="0"/>
              <a:t> </a:t>
            </a:r>
            <a:r>
              <a:rPr lang="en-US" dirty="0" err="1"/>
              <a:t>l’équipe</a:t>
            </a:r>
            <a:r>
              <a:rPr lang="en-US" dirty="0"/>
              <a:t>, </a:t>
            </a:r>
            <a:r>
              <a:rPr lang="en-US" dirty="0" err="1"/>
              <a:t>Présenter</a:t>
            </a:r>
            <a:r>
              <a:rPr lang="en-US" dirty="0"/>
              <a:t> le plan de la </a:t>
            </a:r>
            <a:r>
              <a:rPr lang="en-US" dirty="0" err="1"/>
              <a:t>présentation</a:t>
            </a:r>
            <a:endParaRPr lang="en-US" dirty="0"/>
          </a:p>
        </p:txBody>
      </p:sp>
      <p:sp>
        <p:nvSpPr>
          <p:cNvPr id="4" name="Slide Number Placeholder 3"/>
          <p:cNvSpPr>
            <a:spLocks noGrp="1"/>
          </p:cNvSpPr>
          <p:nvPr>
            <p:ph type="sldNum" sz="quarter" idx="5"/>
          </p:nvPr>
        </p:nvSpPr>
        <p:spPr/>
        <p:txBody>
          <a:bodyPr/>
          <a:lstStyle/>
          <a:p>
            <a:fld id="{669B5E89-B0CE-4EBD-B6DC-3CE1D22C742B}" type="slidenum">
              <a:t>2</a:t>
            </a:fld>
            <a:endParaRPr lang="en-US"/>
          </a:p>
        </p:txBody>
      </p:sp>
    </p:spTree>
    <p:extLst>
      <p:ext uri="{BB962C8B-B14F-4D97-AF65-F5344CB8AC3E}">
        <p14:creationId xmlns:p14="http://schemas.microsoft.com/office/powerpoint/2010/main" val="33942107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La présentation commence par une introduction de l’équipe afin de créer un lien avec l’audience et établir la crédibilité. Chaque membre de l’équipe peut être présenté avec son rôle, ses compétences principales et sa contribution au projet. Cette étape est essentielle pour montrer la diversité des expertises et la collaboration qui a permis de réaliser cette recherche. Par exemple, un membre peut être responsable de la recherche sur les méthodologies, un autre de la conception graphique, et un autre de la rédaction. Cette présentation renforce la transparence et la confiance, tout en donnant un aperçu des forces collectives qui soutiennent le contenu de la présentation.</a:t>
            </a:r>
          </a:p>
        </p:txBody>
      </p:sp>
      <p:sp>
        <p:nvSpPr>
          <p:cNvPr id="4" name="Slide Number Placeholder 3"/>
          <p:cNvSpPr>
            <a:spLocks noGrp="1"/>
          </p:cNvSpPr>
          <p:nvPr>
            <p:ph type="sldNum" sz="quarter" idx="5"/>
          </p:nvPr>
        </p:nvSpPr>
        <p:spPr/>
        <p:txBody>
          <a:bodyPr/>
          <a:lstStyle/>
          <a:p>
            <a:fld id="{669B5E89-B0CE-4EBD-B6DC-3CE1D22C742B}" type="slidenum">
              <a:t>3</a:t>
            </a:fld>
            <a:endParaRPr lang="en-US"/>
          </a:p>
        </p:txBody>
      </p:sp>
    </p:spTree>
    <p:extLst>
      <p:ext uri="{BB962C8B-B14F-4D97-AF65-F5344CB8AC3E}">
        <p14:creationId xmlns:p14="http://schemas.microsoft.com/office/powerpoint/2010/main" val="24058778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Le plan de la présentation doit être clairement exposé pour guider l’audience. Il inclut trois parties principales : l’introduction, la méthodologie DevOps et la conclusion. Dans la première partie, nous introduisons l’équipe et le plan. La deuxième partie est consacrée à la méthodologie DevOps, où nous abordons son historique, ses caractéristiques, ses phases, les rôles impliqués, ses avantages et désavantages, ainsi qu’un exemple concret d’entreprise qui l’utilise. Enfin, la conclusion présente les trois principales méthodes de développement utilisées au Canada et les leçons tirées de la recherche. Cette structure assure une progression logique et facilite la compréhension.</a:t>
            </a:r>
          </a:p>
        </p:txBody>
      </p:sp>
      <p:sp>
        <p:nvSpPr>
          <p:cNvPr id="4" name="Slide Number Placeholder 3"/>
          <p:cNvSpPr>
            <a:spLocks noGrp="1"/>
          </p:cNvSpPr>
          <p:nvPr>
            <p:ph type="sldNum" sz="quarter" idx="5"/>
          </p:nvPr>
        </p:nvSpPr>
        <p:spPr/>
        <p:txBody>
          <a:bodyPr/>
          <a:lstStyle/>
          <a:p>
            <a:fld id="{669B5E89-B0CE-4EBD-B6DC-3CE1D22C742B}" type="slidenum">
              <a:t>4</a:t>
            </a:fld>
            <a:endParaRPr lang="en-US"/>
          </a:p>
        </p:txBody>
      </p:sp>
    </p:spTree>
    <p:extLst>
      <p:ext uri="{BB962C8B-B14F-4D97-AF65-F5344CB8AC3E}">
        <p14:creationId xmlns:p14="http://schemas.microsoft.com/office/powerpoint/2010/main" val="192581849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Bref historique et description, Principales caractéristiques et concepts clés, Phases et activités, Rôles principaux, Avantages, Désavantages, Exemple d’entreprise utilisant DevOps</a:t>
            </a:r>
          </a:p>
        </p:txBody>
      </p:sp>
      <p:sp>
        <p:nvSpPr>
          <p:cNvPr id="4" name="Slide Number Placeholder 3"/>
          <p:cNvSpPr>
            <a:spLocks noGrp="1"/>
          </p:cNvSpPr>
          <p:nvPr>
            <p:ph type="sldNum" sz="quarter" idx="5"/>
          </p:nvPr>
        </p:nvSpPr>
        <p:spPr/>
        <p:txBody>
          <a:bodyPr/>
          <a:lstStyle/>
          <a:p>
            <a:fld id="{669B5E89-B0CE-4EBD-B6DC-3CE1D22C742B}" type="slidenum">
              <a:t>5</a:t>
            </a:fld>
            <a:endParaRPr lang="en-US"/>
          </a:p>
        </p:txBody>
      </p:sp>
    </p:spTree>
    <p:extLst>
      <p:ext uri="{BB962C8B-B14F-4D97-AF65-F5344CB8AC3E}">
        <p14:creationId xmlns:p14="http://schemas.microsoft.com/office/powerpoint/2010/main" val="99667910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DevOps est apparu au début des années 2000 comme une réponse aux limitations des approches traditionnelles de développement et d’exploitation. Il vise à rapprocher les équipes de développement (Dev) et d’opérations (Ops) pour améliorer la collaboration, la rapidité et la qualité des livraisons. Cette méthodologie repose sur l’automatisation des processus, l’intégration continue (CI) et la livraison continue (CD). Elle s’inscrit dans une culture où la communication et la responsabilité partagée sont essentielles. DevOps n’est pas seulement une technologie, mais une philosophie qui transforme la manière dont les organisations conçoivent, déploient et maintiennent leurs systèmes informatiques.</a:t>
            </a:r>
          </a:p>
        </p:txBody>
      </p:sp>
      <p:sp>
        <p:nvSpPr>
          <p:cNvPr id="4" name="Slide Number Placeholder 3"/>
          <p:cNvSpPr>
            <a:spLocks noGrp="1"/>
          </p:cNvSpPr>
          <p:nvPr>
            <p:ph type="sldNum" sz="quarter" idx="5"/>
          </p:nvPr>
        </p:nvSpPr>
        <p:spPr/>
        <p:txBody>
          <a:bodyPr/>
          <a:lstStyle/>
          <a:p>
            <a:fld id="{669B5E89-B0CE-4EBD-B6DC-3CE1D22C742B}" type="slidenum">
              <a:t>6</a:t>
            </a:fld>
            <a:endParaRPr lang="en-US"/>
          </a:p>
        </p:txBody>
      </p:sp>
    </p:spTree>
    <p:extLst>
      <p:ext uri="{BB962C8B-B14F-4D97-AF65-F5344CB8AC3E}">
        <p14:creationId xmlns:p14="http://schemas.microsoft.com/office/powerpoint/2010/main" val="117187045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Les caractéristiques clés de DevOps incluent l’intégration continue (CI), qui consiste à fusionner régulièrement le code dans un dépôt partagé, et la livraison continue (CD), qui automatise le déploiement des applications. L’automatisation est au cœur de DevOps, couvrant les tests, la configuration et la surveillance. La collaboration interfonctionnelle est également essentielle, favorisant la communication entre développeurs, testeurs et administrateurs systèmes. Les concepts clés incluent la culture DevOps, l’outillage (comme Jenkins, Docker, Kubernetes), et la mesure de performance via des indicateurs tels que le temps de déploiement et la fréquence des livraisons.</a:t>
            </a:r>
          </a:p>
        </p:txBody>
      </p:sp>
      <p:sp>
        <p:nvSpPr>
          <p:cNvPr id="4" name="Slide Number Placeholder 3"/>
          <p:cNvSpPr>
            <a:spLocks noGrp="1"/>
          </p:cNvSpPr>
          <p:nvPr>
            <p:ph type="sldNum" sz="quarter" idx="5"/>
          </p:nvPr>
        </p:nvSpPr>
        <p:spPr/>
        <p:txBody>
          <a:bodyPr/>
          <a:lstStyle/>
          <a:p>
            <a:fld id="{669B5E89-B0CE-4EBD-B6DC-3CE1D22C742B}" type="slidenum">
              <a:t>7</a:t>
            </a:fld>
            <a:endParaRPr lang="en-US"/>
          </a:p>
        </p:txBody>
      </p:sp>
    </p:spTree>
    <p:extLst>
      <p:ext uri="{BB962C8B-B14F-4D97-AF65-F5344CB8AC3E}">
        <p14:creationId xmlns:p14="http://schemas.microsoft.com/office/powerpoint/2010/main" val="350546439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Le cycle DevOps se compose de plusieurs phases : planification, développement, intégration, déploiement, exploitation et surveillance. La planification définit les objectifs et les fonctionnalités. Le développement inclut la création et la validation du code. L’intégration continue assure que le code est testé et fusionné régulièrement. Le déploiement automatisé permet de livrer rapidement en production. L’exploitation garantit la stabilité et la performance, tandis que la surveillance collecte des données pour améliorer le système. Ces phases sont souvent représentées sous forme de pipeline CI/CD, illustrant la nature itérative et continue du processus.</a:t>
            </a:r>
          </a:p>
        </p:txBody>
      </p:sp>
      <p:sp>
        <p:nvSpPr>
          <p:cNvPr id="4" name="Slide Number Placeholder 3"/>
          <p:cNvSpPr>
            <a:spLocks noGrp="1"/>
          </p:cNvSpPr>
          <p:nvPr>
            <p:ph type="sldNum" sz="quarter" idx="5"/>
          </p:nvPr>
        </p:nvSpPr>
        <p:spPr/>
        <p:txBody>
          <a:bodyPr/>
          <a:lstStyle/>
          <a:p>
            <a:fld id="{669B5E89-B0CE-4EBD-B6DC-3CE1D22C742B}" type="slidenum">
              <a:t>8</a:t>
            </a:fld>
            <a:endParaRPr lang="en-US"/>
          </a:p>
        </p:txBody>
      </p:sp>
    </p:spTree>
    <p:extLst>
      <p:ext uri="{BB962C8B-B14F-4D97-AF65-F5344CB8AC3E}">
        <p14:creationId xmlns:p14="http://schemas.microsoft.com/office/powerpoint/2010/main" val="327670245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ABF80C-493D-6A97-E742-81DD46DE09A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6A7006-9B03-A905-334E-C882F23F194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E40AFA-D931-DECA-9EBC-7DB8D33FBC6A}"/>
              </a:ext>
            </a:extLst>
          </p:cNvPr>
          <p:cNvSpPr>
            <a:spLocks noGrp="1"/>
          </p:cNvSpPr>
          <p:nvPr>
            <p:ph type="body" idx="1"/>
          </p:nvPr>
        </p:nvSpPr>
        <p:spPr/>
        <p:txBody>
          <a:bodyPr/>
          <a:lstStyle/>
          <a:p>
            <a:r>
              <a:rPr lang="en-US"/>
              <a:t>
Le cycle DevOps se compose de plusieurs phases : planification, développement, intégration, déploiement, exploitation et surveillance. La planification définit les objectifs et les fonctionnalités. Le développement inclut la création et la validation du code. L’intégration continue assure que le code est testé et fusionné régulièrement. Le déploiement automatisé permet de livrer rapidement en production. L’exploitation garantit la stabilité et la performance, tandis que la surveillance collecte des données pour améliorer le système. Ces phases sont souvent représentées sous forme de pipeline CI/CD, illustrant la nature itérative et continue du processus.</a:t>
            </a:r>
          </a:p>
        </p:txBody>
      </p:sp>
      <p:sp>
        <p:nvSpPr>
          <p:cNvPr id="4" name="Slide Number Placeholder 3">
            <a:extLst>
              <a:ext uri="{FF2B5EF4-FFF2-40B4-BE49-F238E27FC236}">
                <a16:creationId xmlns:a16="http://schemas.microsoft.com/office/drawing/2014/main" id="{DB76B873-9081-3D41-0E5B-5B2DCDCB60DF}"/>
              </a:ext>
            </a:extLst>
          </p:cNvPr>
          <p:cNvSpPr>
            <a:spLocks noGrp="1"/>
          </p:cNvSpPr>
          <p:nvPr>
            <p:ph type="sldNum" sz="quarter" idx="5"/>
          </p:nvPr>
        </p:nvSpPr>
        <p:spPr/>
        <p:txBody>
          <a:bodyPr/>
          <a:lstStyle/>
          <a:p>
            <a:fld id="{669B5E89-B0CE-4EBD-B6DC-3CE1D22C742B}" type="slidenum">
              <a:t>9</a:t>
            </a:fld>
            <a:endParaRPr lang="en-US"/>
          </a:p>
        </p:txBody>
      </p:sp>
    </p:spTree>
    <p:extLst>
      <p:ext uri="{BB962C8B-B14F-4D97-AF65-F5344CB8AC3E}">
        <p14:creationId xmlns:p14="http://schemas.microsoft.com/office/powerpoint/2010/main" val="424158134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Les rôles clés dans DevOps incluent les développeurs, qui écrivent et maintiennent le code, les ingénieurs DevOps, responsables de l’automatisation et de l’intégration des outils, les responsables QA, qui assurent la qualité via des tests automatisés, et les administrateurs systèmes, qui gèrent l’infrastructure et la sécurité. Ces rôles collaborent étroitement pour atteindre les objectifs de rapidité et de fiabilité. La communication et la responsabilité partagée sont des principes fondamentaux, chaque rôle contribuant à la réussite globale du pipeline DevOps.</a:t>
            </a:r>
          </a:p>
        </p:txBody>
      </p:sp>
      <p:sp>
        <p:nvSpPr>
          <p:cNvPr id="4" name="Slide Number Placeholder 3"/>
          <p:cNvSpPr>
            <a:spLocks noGrp="1"/>
          </p:cNvSpPr>
          <p:nvPr>
            <p:ph type="sldNum" sz="quarter" idx="5"/>
          </p:nvPr>
        </p:nvSpPr>
        <p:spPr/>
        <p:txBody>
          <a:bodyPr/>
          <a:lstStyle/>
          <a:p>
            <a:fld id="{669B5E89-B0CE-4EBD-B6DC-3CE1D22C742B}" type="slidenum">
              <a:t>10</a:t>
            </a:fld>
            <a:endParaRPr lang="en-US"/>
          </a:p>
        </p:txBody>
      </p:sp>
    </p:spTree>
    <p:extLst>
      <p:ext uri="{BB962C8B-B14F-4D97-AF65-F5344CB8AC3E}">
        <p14:creationId xmlns:p14="http://schemas.microsoft.com/office/powerpoint/2010/main" val="75250327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DevOps offre plusieurs avantages : une livraison plus rapide des fonctionnalités, une amélioration de la qualité grâce à des tests automatisés, et une réduction des silos entre équipes. Il favorise l’innovation en permettant des cycles de développement courts et une réponse rapide aux besoins du marché. La surveillance continue améliore la stabilité et la sécurité des systèmes. En adoptant DevOps, les entreprises peuvent accroître leur compétitivité et leur capacité à s’adapter aux changements.</a:t>
            </a:r>
          </a:p>
        </p:txBody>
      </p:sp>
      <p:sp>
        <p:nvSpPr>
          <p:cNvPr id="4" name="Slide Number Placeholder 3"/>
          <p:cNvSpPr>
            <a:spLocks noGrp="1"/>
          </p:cNvSpPr>
          <p:nvPr>
            <p:ph type="sldNum" sz="quarter" idx="5"/>
          </p:nvPr>
        </p:nvSpPr>
        <p:spPr/>
        <p:txBody>
          <a:bodyPr/>
          <a:lstStyle/>
          <a:p>
            <a:fld id="{669B5E89-B0CE-4EBD-B6DC-3CE1D22C742B}" type="slidenum">
              <a:t>11</a:t>
            </a:fld>
            <a:endParaRPr lang="en-US"/>
          </a:p>
        </p:txBody>
      </p:sp>
    </p:spTree>
    <p:extLst>
      <p:ext uri="{BB962C8B-B14F-4D97-AF65-F5344CB8AC3E}">
        <p14:creationId xmlns:p14="http://schemas.microsoft.com/office/powerpoint/2010/main" val="60210698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Malgré ses avantages, DevOps présente des défis. La mise en œuvre initiale peut être complexe et coûteuse, nécessitant des outils spécialisés et une formation. Elle exige une transformation culturelle importante, ce qui peut rencontrer des résistances. De plus, l’automatisation accrue peut introduire des risques si elle n’est pas correctement configurée. Enfin, la dépendance à des outils et à des compétences spécifiques peut poser des problèmes pour les petites organisations.</a:t>
            </a:r>
          </a:p>
        </p:txBody>
      </p:sp>
      <p:sp>
        <p:nvSpPr>
          <p:cNvPr id="4" name="Slide Number Placeholder 3"/>
          <p:cNvSpPr>
            <a:spLocks noGrp="1"/>
          </p:cNvSpPr>
          <p:nvPr>
            <p:ph type="sldNum" sz="quarter" idx="5"/>
          </p:nvPr>
        </p:nvSpPr>
        <p:spPr/>
        <p:txBody>
          <a:bodyPr/>
          <a:lstStyle/>
          <a:p>
            <a:fld id="{669B5E89-B0CE-4EBD-B6DC-3CE1D22C742B}" type="slidenum">
              <a:t>12</a:t>
            </a:fld>
            <a:endParaRPr lang="en-US"/>
          </a:p>
        </p:txBody>
      </p:sp>
    </p:spTree>
    <p:extLst>
      <p:ext uri="{BB962C8B-B14F-4D97-AF65-F5344CB8AC3E}">
        <p14:creationId xmlns:p14="http://schemas.microsoft.com/office/powerpoint/2010/main" val="364967087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Amazon est un exemple emblématique d’entreprise utilisant DevOps. Grâce à l’automatisation et à la culture DevOps, Amazon déploie des milliers de mises à jour chaque jour, garantissant une disponibilité élevée et une expérience utilisateur optimale. Cette approche permet à Amazon de rester agile et de répondre rapidement aux besoins des clients, tout en maintenant une infrastructure robuste et sécurisée.</a:t>
            </a:r>
          </a:p>
        </p:txBody>
      </p:sp>
      <p:sp>
        <p:nvSpPr>
          <p:cNvPr id="4" name="Slide Number Placeholder 3"/>
          <p:cNvSpPr>
            <a:spLocks noGrp="1"/>
          </p:cNvSpPr>
          <p:nvPr>
            <p:ph type="sldNum" sz="quarter" idx="5"/>
          </p:nvPr>
        </p:nvSpPr>
        <p:spPr/>
        <p:txBody>
          <a:bodyPr/>
          <a:lstStyle/>
          <a:p>
            <a:fld id="{669B5E89-B0CE-4EBD-B6DC-3CE1D22C742B}" type="slidenum">
              <a:t>13</a:t>
            </a:fld>
            <a:endParaRPr lang="en-US"/>
          </a:p>
        </p:txBody>
      </p:sp>
    </p:spTree>
    <p:extLst>
      <p:ext uri="{BB962C8B-B14F-4D97-AF65-F5344CB8AC3E}">
        <p14:creationId xmlns:p14="http://schemas.microsoft.com/office/powerpoint/2010/main" val="307361734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Top 3 méthodes de développement au Canada, Ce que nous avons appris</a:t>
            </a:r>
          </a:p>
        </p:txBody>
      </p:sp>
      <p:sp>
        <p:nvSpPr>
          <p:cNvPr id="4" name="Slide Number Placeholder 3"/>
          <p:cNvSpPr>
            <a:spLocks noGrp="1"/>
          </p:cNvSpPr>
          <p:nvPr>
            <p:ph type="sldNum" sz="quarter" idx="5"/>
          </p:nvPr>
        </p:nvSpPr>
        <p:spPr/>
        <p:txBody>
          <a:bodyPr/>
          <a:lstStyle/>
          <a:p>
            <a:fld id="{669B5E89-B0CE-4EBD-B6DC-3CE1D22C742B}" type="slidenum">
              <a:t>14</a:t>
            </a:fld>
            <a:endParaRPr lang="en-US"/>
          </a:p>
        </p:txBody>
      </p:sp>
    </p:spTree>
    <p:extLst>
      <p:ext uri="{BB962C8B-B14F-4D97-AF65-F5344CB8AC3E}">
        <p14:creationId xmlns:p14="http://schemas.microsoft.com/office/powerpoint/2010/main" val="284517387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Selon les recherches, les trois principales méthodes de développement utilisées au Canada sont Agile, DevOps et Waterfall. Agile est largement adopté pour sa flexibilité et son approche centrée sur le client. DevOps est privilégié pour sa capacité à accélérer les livraisons et améliorer la collaboration. Waterfall, bien que plus traditionnel, reste utilisé dans des projets où les exigences sont stables et bien définies.</a:t>
            </a:r>
          </a:p>
        </p:txBody>
      </p:sp>
      <p:sp>
        <p:nvSpPr>
          <p:cNvPr id="4" name="Slide Number Placeholder 3"/>
          <p:cNvSpPr>
            <a:spLocks noGrp="1"/>
          </p:cNvSpPr>
          <p:nvPr>
            <p:ph type="sldNum" sz="quarter" idx="5"/>
          </p:nvPr>
        </p:nvSpPr>
        <p:spPr/>
        <p:txBody>
          <a:bodyPr/>
          <a:lstStyle/>
          <a:p>
            <a:fld id="{669B5E89-B0CE-4EBD-B6DC-3CE1D22C742B}" type="slidenum">
              <a:t>15</a:t>
            </a:fld>
            <a:endParaRPr lang="en-US"/>
          </a:p>
        </p:txBody>
      </p:sp>
    </p:spTree>
    <p:extLst>
      <p:ext uri="{BB962C8B-B14F-4D97-AF65-F5344CB8AC3E}">
        <p14:creationId xmlns:p14="http://schemas.microsoft.com/office/powerpoint/2010/main" val="52024822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Les recherches ont montré l’importance de la collaboration entre équipes, de l’automatisation et de l’adaptabilité dans le développement logiciel moderne. DevOps illustre comment une culture partagée et des outils efficaces peuvent transformer la livraison logicielle. Nous avons également appris que chaque méthodologie a ses forces et ses limites, et que le choix dépend du contexte organisationnel et des objectifs du projet.</a:t>
            </a:r>
          </a:p>
        </p:txBody>
      </p:sp>
      <p:sp>
        <p:nvSpPr>
          <p:cNvPr id="4" name="Slide Number Placeholder 3"/>
          <p:cNvSpPr>
            <a:spLocks noGrp="1"/>
          </p:cNvSpPr>
          <p:nvPr>
            <p:ph type="sldNum" sz="quarter" idx="5"/>
          </p:nvPr>
        </p:nvSpPr>
        <p:spPr/>
        <p:txBody>
          <a:bodyPr/>
          <a:lstStyle/>
          <a:p>
            <a:fld id="{669B5E89-B0CE-4EBD-B6DC-3CE1D22C742B}" type="slidenum">
              <a:t>16</a:t>
            </a:fld>
            <a:endParaRPr lang="en-US"/>
          </a:p>
        </p:txBody>
      </p:sp>
    </p:spTree>
    <p:extLst>
      <p:ext uri="{BB962C8B-B14F-4D97-AF65-F5344CB8AC3E}">
        <p14:creationId xmlns:p14="http://schemas.microsoft.com/office/powerpoint/2010/main" val="50635513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re avec image">
    <p:bg>
      <p:bgRef idx="1001">
        <a:schemeClr val="bg1"/>
      </p:bgRef>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0877CE2-4402-942B-FD26-6E29BDAB9B47}"/>
              </a:ext>
            </a:extLst>
          </p:cNvPr>
          <p:cNvSpPr>
            <a:spLocks noGrp="1"/>
          </p:cNvSpPr>
          <p:nvPr>
            <p:ph type="title"/>
          </p:nvPr>
        </p:nvSpPr>
        <p:spPr>
          <a:xfrm>
            <a:off x="402336" y="731407"/>
            <a:ext cx="6480450" cy="3038878"/>
          </a:xfrm>
        </p:spPr>
        <p:txBody>
          <a:bodyPr rtlCol="0" anchor="t">
            <a:normAutofit/>
          </a:bodyPr>
          <a:lstStyle>
            <a:lvl1pPr>
              <a:defRPr sz="6000"/>
            </a:lvl1pPr>
          </a:lstStyle>
          <a:p>
            <a:pPr rtl="0"/>
            <a:r>
              <a:rPr lang="fr"/>
              <a:t>Modifiez le style du titre</a:t>
            </a:r>
            <a:endParaRPr lang="en-US" dirty="0"/>
          </a:p>
        </p:txBody>
      </p:sp>
      <p:sp>
        <p:nvSpPr>
          <p:cNvPr id="3" name="Espace réservé du texte 2">
            <a:extLst>
              <a:ext uri="{FF2B5EF4-FFF2-40B4-BE49-F238E27FC236}">
                <a16:creationId xmlns:a16="http://schemas.microsoft.com/office/drawing/2014/main" id="{4FF79075-DF30-526B-9548-3F9D7EF9FAA8}"/>
              </a:ext>
            </a:extLst>
          </p:cNvPr>
          <p:cNvSpPr>
            <a:spLocks noGrp="1"/>
          </p:cNvSpPr>
          <p:nvPr>
            <p:ph type="body" idx="1"/>
          </p:nvPr>
        </p:nvSpPr>
        <p:spPr>
          <a:xfrm>
            <a:off x="429315" y="5264528"/>
            <a:ext cx="6577526" cy="1001354"/>
          </a:xfrm>
        </p:spPr>
        <p:txBody>
          <a:bodyPr rtlCol="0" anchor="ctr">
            <a:normAutofit/>
          </a:bodyPr>
          <a:lstStyle>
            <a:lvl1pPr marL="0" indent="0">
              <a:buNone/>
              <a:defRPr sz="18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rtl="0"/>
            <a:r>
              <a:rPr lang="fr"/>
              <a:t>Modifiez les styles du texte</a:t>
            </a:r>
          </a:p>
        </p:txBody>
      </p:sp>
      <p:sp>
        <p:nvSpPr>
          <p:cNvPr id="5" name="Espace réservé du pied de page 4">
            <a:extLst>
              <a:ext uri="{FF2B5EF4-FFF2-40B4-BE49-F238E27FC236}">
                <a16:creationId xmlns:a16="http://schemas.microsoft.com/office/drawing/2014/main" id="{CEC3F3D2-CADD-A94F-6739-CCCDA6C6FA8C}"/>
              </a:ext>
            </a:extLst>
          </p:cNvPr>
          <p:cNvSpPr>
            <a:spLocks noGrp="1"/>
          </p:cNvSpPr>
          <p:nvPr>
            <p:ph type="ftr" sz="quarter" idx="11"/>
          </p:nvPr>
        </p:nvSpPr>
        <p:spPr>
          <a:xfrm>
            <a:off x="426780" y="6426091"/>
            <a:ext cx="4357544" cy="365125"/>
          </a:xfrm>
        </p:spPr>
        <p:txBody>
          <a:bodyPr rtlCol="0"/>
          <a:lstStyle/>
          <a:p>
            <a:pPr rtl="0"/>
            <a:r>
              <a:rPr lang="fr"/>
              <a:t>Exemple de Texte de Pied de page</a:t>
            </a:r>
          </a:p>
        </p:txBody>
      </p:sp>
      <p:sp>
        <p:nvSpPr>
          <p:cNvPr id="4" name="Espace réservé de la date 3">
            <a:extLst>
              <a:ext uri="{FF2B5EF4-FFF2-40B4-BE49-F238E27FC236}">
                <a16:creationId xmlns:a16="http://schemas.microsoft.com/office/drawing/2014/main" id="{40CC541E-3AF5-9564-CE04-E4B86459DBE0}"/>
              </a:ext>
            </a:extLst>
          </p:cNvPr>
          <p:cNvSpPr>
            <a:spLocks noGrp="1"/>
          </p:cNvSpPr>
          <p:nvPr>
            <p:ph type="dt" sz="half" idx="10"/>
          </p:nvPr>
        </p:nvSpPr>
        <p:spPr>
          <a:xfrm>
            <a:off x="4932188" y="6426091"/>
            <a:ext cx="1431447" cy="365125"/>
          </a:xfrm>
        </p:spPr>
        <p:txBody>
          <a:bodyPr rtlCol="0"/>
          <a:lstStyle/>
          <a:p>
            <a:pPr rtl="0"/>
            <a:r>
              <a:rPr lang="en-US"/>
              <a:t>4/8/2025</a:t>
            </a:r>
          </a:p>
        </p:txBody>
      </p:sp>
      <p:sp>
        <p:nvSpPr>
          <p:cNvPr id="6" name="Espace réservé du numéro de diapositive 5">
            <a:extLst>
              <a:ext uri="{FF2B5EF4-FFF2-40B4-BE49-F238E27FC236}">
                <a16:creationId xmlns:a16="http://schemas.microsoft.com/office/drawing/2014/main" id="{C3C772A7-7F28-0EB0-D243-BCC6917DADA2}"/>
              </a:ext>
            </a:extLst>
          </p:cNvPr>
          <p:cNvSpPr>
            <a:spLocks noGrp="1"/>
          </p:cNvSpPr>
          <p:nvPr>
            <p:ph type="sldNum" sz="quarter" idx="12"/>
          </p:nvPr>
        </p:nvSpPr>
        <p:spPr>
          <a:xfrm>
            <a:off x="6382685" y="6426091"/>
            <a:ext cx="603114" cy="365125"/>
          </a:xfrm>
        </p:spPr>
        <p:txBody>
          <a:bodyPr rtlCol="0"/>
          <a:lstStyle/>
          <a:p>
            <a:pPr rtl="0"/>
            <a:fld id="{DD84031F-D6BF-4677-B12E-7D8B88BA70F7}" type="slidenum">
              <a:rPr lang="en-US" smtClean="0"/>
              <a:t>‹n°›</a:t>
            </a:fld>
            <a:endParaRPr lang="en-US" dirty="0"/>
          </a:p>
        </p:txBody>
      </p:sp>
      <p:sp>
        <p:nvSpPr>
          <p:cNvPr id="9" name="Espace réservé d’image 8">
            <a:extLst>
              <a:ext uri="{FF2B5EF4-FFF2-40B4-BE49-F238E27FC236}">
                <a16:creationId xmlns:a16="http://schemas.microsoft.com/office/drawing/2014/main" id="{6D3F2A15-2C96-2533-3F11-3EFA30B56716}"/>
              </a:ext>
            </a:extLst>
          </p:cNvPr>
          <p:cNvSpPr>
            <a:spLocks noGrp="1"/>
          </p:cNvSpPr>
          <p:nvPr>
            <p:ph type="pic" sz="quarter" idx="13" hasCustomPrompt="1"/>
          </p:nvPr>
        </p:nvSpPr>
        <p:spPr>
          <a:xfrm>
            <a:off x="7620000" y="0"/>
            <a:ext cx="4571999" cy="6858000"/>
          </a:xfrm>
          <a:blipFill>
            <a:blip r:embed="rId2">
              <a:alphaModFix amt="70000"/>
            </a:blip>
            <a:stretch>
              <a:fillRect/>
            </a:stretch>
          </a:blipFill>
          <a:effectLst>
            <a:outerShdw blurRad="203200" dist="12700" dir="7800000" algn="r" rotWithShape="0">
              <a:prstClr val="black">
                <a:alpha val="10000"/>
              </a:prstClr>
            </a:outerShdw>
          </a:effectLst>
        </p:spPr>
        <p:txBody>
          <a:bodyPr rtlCol="0"/>
          <a:lstStyle>
            <a:lvl1pPr marL="0" indent="0">
              <a:buNone/>
              <a:defRPr/>
            </a:lvl1pPr>
          </a:lstStyle>
          <a:p>
            <a:pPr rtl="0"/>
            <a:r>
              <a:rPr lang="fr"/>
              <a:t> </a:t>
            </a:r>
          </a:p>
        </p:txBody>
      </p:sp>
      <p:cxnSp>
        <p:nvCxnSpPr>
          <p:cNvPr id="10" name="Connecteur droit 9">
            <a:extLst>
              <a:ext uri="{FF2B5EF4-FFF2-40B4-BE49-F238E27FC236}">
                <a16:creationId xmlns:a16="http://schemas.microsoft.com/office/drawing/2014/main" id="{5022CE8C-DC47-AF8A-A37E-C04D364B8D63}"/>
              </a:ext>
            </a:extLst>
          </p:cNvPr>
          <p:cNvCxnSpPr>
            <a:cxnSpLocks/>
          </p:cNvCxnSpPr>
          <p:nvPr/>
        </p:nvCxnSpPr>
        <p:spPr>
          <a:xfrm>
            <a:off x="533400" y="6324773"/>
            <a:ext cx="6480450"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11" name="Connecteur droit 10">
            <a:extLst>
              <a:ext uri="{FF2B5EF4-FFF2-40B4-BE49-F238E27FC236}">
                <a16:creationId xmlns:a16="http://schemas.microsoft.com/office/drawing/2014/main" id="{735A6ADE-4FF0-6E84-4D25-A3E7A481303D}"/>
              </a:ext>
            </a:extLst>
          </p:cNvPr>
          <p:cNvCxnSpPr>
            <a:cxnSpLocks/>
          </p:cNvCxnSpPr>
          <p:nvPr/>
        </p:nvCxnSpPr>
        <p:spPr>
          <a:xfrm>
            <a:off x="533400" y="5184424"/>
            <a:ext cx="6460509"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7" name="Connecteur droit 6">
            <a:extLst>
              <a:ext uri="{FF2B5EF4-FFF2-40B4-BE49-F238E27FC236}">
                <a16:creationId xmlns:a16="http://schemas.microsoft.com/office/drawing/2014/main" id="{5B306735-74E7-C788-FB5F-7BC551ED5CDD}"/>
              </a:ext>
            </a:extLst>
          </p:cNvPr>
          <p:cNvCxnSpPr>
            <a:cxnSpLocks/>
          </p:cNvCxnSpPr>
          <p:nvPr/>
        </p:nvCxnSpPr>
        <p:spPr>
          <a:xfrm>
            <a:off x="533400" y="512722"/>
            <a:ext cx="6456409" cy="0"/>
          </a:xfrm>
          <a:prstGeom prst="line">
            <a:avLst/>
          </a:prstGeom>
          <a:ln w="47625">
            <a:solidFill>
              <a:schemeClr val="accent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5730852"/>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Contenu">
    <p:bg>
      <p:bgRef idx="1001">
        <a:schemeClr val="bg1"/>
      </p:bgRef>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C7A09BB-8293-7DED-F5BF-8F3DA4B5760B}"/>
              </a:ext>
            </a:extLst>
          </p:cNvPr>
          <p:cNvSpPr>
            <a:spLocks noGrp="1"/>
          </p:cNvSpPr>
          <p:nvPr>
            <p:ph type="title"/>
          </p:nvPr>
        </p:nvSpPr>
        <p:spPr>
          <a:xfrm>
            <a:off x="399679" y="332308"/>
            <a:ext cx="11253667" cy="909921"/>
          </a:xfrm>
        </p:spPr>
        <p:txBody>
          <a:bodyPr rtlCol="0" anchor="b"/>
          <a:lstStyle/>
          <a:p>
            <a:pPr rtl="0"/>
            <a:r>
              <a:rPr lang="fr"/>
              <a:t>Modifiez le style du titre</a:t>
            </a:r>
            <a:endParaRPr lang="en-US" dirty="0"/>
          </a:p>
        </p:txBody>
      </p:sp>
      <p:sp>
        <p:nvSpPr>
          <p:cNvPr id="3" name="Espace réservé du contenu 2">
            <a:extLst>
              <a:ext uri="{FF2B5EF4-FFF2-40B4-BE49-F238E27FC236}">
                <a16:creationId xmlns:a16="http://schemas.microsoft.com/office/drawing/2014/main" id="{1D0AB536-3625-6C4C-BCE1-4533963FDEC5}"/>
              </a:ext>
            </a:extLst>
          </p:cNvPr>
          <p:cNvSpPr>
            <a:spLocks noGrp="1"/>
          </p:cNvSpPr>
          <p:nvPr>
            <p:ph idx="1"/>
          </p:nvPr>
        </p:nvSpPr>
        <p:spPr>
          <a:xfrm>
            <a:off x="402336" y="1488931"/>
            <a:ext cx="11253668" cy="4700761"/>
          </a:xfrm>
        </p:spPr>
        <p:txBody>
          <a:bodyPr rtlCol="0"/>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endParaRPr lang="en-US" dirty="0"/>
          </a:p>
        </p:txBody>
      </p:sp>
      <p:sp>
        <p:nvSpPr>
          <p:cNvPr id="5" name="Espace réservé du pied de page 4">
            <a:extLst>
              <a:ext uri="{FF2B5EF4-FFF2-40B4-BE49-F238E27FC236}">
                <a16:creationId xmlns:a16="http://schemas.microsoft.com/office/drawing/2014/main" id="{B97D1377-BC65-5D42-5EC9-BECE6F765322}"/>
              </a:ext>
            </a:extLst>
          </p:cNvPr>
          <p:cNvSpPr>
            <a:spLocks noGrp="1"/>
          </p:cNvSpPr>
          <p:nvPr>
            <p:ph type="ftr" sz="quarter" idx="11"/>
          </p:nvPr>
        </p:nvSpPr>
        <p:spPr/>
        <p:txBody>
          <a:bodyPr rtlCol="0"/>
          <a:lstStyle/>
          <a:p>
            <a:pPr rtl="0"/>
            <a:r>
              <a:rPr lang="fr"/>
              <a:t>Exemple de Texte de Pied de page</a:t>
            </a:r>
          </a:p>
        </p:txBody>
      </p:sp>
      <p:sp>
        <p:nvSpPr>
          <p:cNvPr id="4" name="Espace réservé de la date 3">
            <a:extLst>
              <a:ext uri="{FF2B5EF4-FFF2-40B4-BE49-F238E27FC236}">
                <a16:creationId xmlns:a16="http://schemas.microsoft.com/office/drawing/2014/main" id="{0EEF9179-12AA-40A3-63A0-84A6ED06611F}"/>
              </a:ext>
            </a:extLst>
          </p:cNvPr>
          <p:cNvSpPr>
            <a:spLocks noGrp="1"/>
          </p:cNvSpPr>
          <p:nvPr>
            <p:ph type="dt" sz="half" idx="10"/>
          </p:nvPr>
        </p:nvSpPr>
        <p:spPr/>
        <p:txBody>
          <a:bodyPr rtlCol="0"/>
          <a:lstStyle/>
          <a:p>
            <a:pPr rtl="0"/>
            <a:r>
              <a:rPr lang="en-US"/>
              <a:t>4/8/2025</a:t>
            </a:r>
          </a:p>
        </p:txBody>
      </p:sp>
      <p:sp>
        <p:nvSpPr>
          <p:cNvPr id="6" name="Espace réservé du numéro de diapositive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rtlCol="0"/>
          <a:lstStyle/>
          <a:p>
            <a:pPr rtl="0"/>
            <a:fld id="{DD84031F-D6BF-4677-B12E-7D8B88BA70F7}" type="slidenum">
              <a:rPr lang="en-US" smtClean="0"/>
              <a:t>‹n°›</a:t>
            </a:fld>
            <a:endParaRPr lang="en-US"/>
          </a:p>
        </p:txBody>
      </p:sp>
      <p:cxnSp>
        <p:nvCxnSpPr>
          <p:cNvPr id="7" name="Connecteur droit 6">
            <a:extLst>
              <a:ext uri="{FF2B5EF4-FFF2-40B4-BE49-F238E27FC236}">
                <a16:creationId xmlns:a16="http://schemas.microsoft.com/office/drawing/2014/main" id="{A04AB0D3-0312-25C6-7159-3EBA07E82C60}"/>
              </a:ext>
            </a:extLst>
          </p:cNvPr>
          <p:cNvCxnSpPr>
            <a:cxnSpLocks/>
          </p:cNvCxnSpPr>
          <p:nvPr/>
        </p:nvCxnSpPr>
        <p:spPr>
          <a:xfrm>
            <a:off x="530352" y="1357303"/>
            <a:ext cx="11159163"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115343169"/>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re avec image 2">
    <p:bg>
      <p:bgRef idx="1001">
        <a:schemeClr val="bg1"/>
      </p:bgRef>
    </p:bg>
    <p:spTree>
      <p:nvGrpSpPr>
        <p:cNvPr id="1" name=""/>
        <p:cNvGrpSpPr/>
        <p:nvPr/>
      </p:nvGrpSpPr>
      <p:grpSpPr>
        <a:xfrm>
          <a:off x="0" y="0"/>
          <a:ext cx="0" cy="0"/>
          <a:chOff x="0" y="0"/>
          <a:chExt cx="0" cy="0"/>
        </a:xfrm>
      </p:grpSpPr>
      <p:sp>
        <p:nvSpPr>
          <p:cNvPr id="11" name="Espace réservé d’image 10">
            <a:extLst>
              <a:ext uri="{FF2B5EF4-FFF2-40B4-BE49-F238E27FC236}">
                <a16:creationId xmlns:a16="http://schemas.microsoft.com/office/drawing/2014/main" id="{1AAFFBF3-C898-85FC-D25A-592E29515C23}"/>
              </a:ext>
            </a:extLst>
          </p:cNvPr>
          <p:cNvSpPr>
            <a:spLocks noGrp="1"/>
          </p:cNvSpPr>
          <p:nvPr>
            <p:ph type="pic" sz="quarter" idx="13" hasCustomPrompt="1"/>
          </p:nvPr>
        </p:nvSpPr>
        <p:spPr>
          <a:xfrm>
            <a:off x="0" y="0"/>
            <a:ext cx="12192000" cy="6858000"/>
          </a:xfrm>
          <a:custGeom>
            <a:avLst/>
            <a:gdLst>
              <a:gd name="connsiteX0" fmla="*/ 510023 w 12192000"/>
              <a:gd name="connsiteY0" fmla="*/ 505353 h 6858000"/>
              <a:gd name="connsiteX1" fmla="*/ 510023 w 12192000"/>
              <a:gd name="connsiteY1" fmla="*/ 6352647 h 6858000"/>
              <a:gd name="connsiteX2" fmla="*/ 5415398 w 12192000"/>
              <a:gd name="connsiteY2" fmla="*/ 6352647 h 6858000"/>
              <a:gd name="connsiteX3" fmla="*/ 5415398 w 12192000"/>
              <a:gd name="connsiteY3" fmla="*/ 505353 h 6858000"/>
              <a:gd name="connsiteX4" fmla="*/ 0 w 12192000"/>
              <a:gd name="connsiteY4" fmla="*/ 0 h 6858000"/>
              <a:gd name="connsiteX5" fmla="*/ 12192000 w 12192000"/>
              <a:gd name="connsiteY5" fmla="*/ 0 h 6858000"/>
              <a:gd name="connsiteX6" fmla="*/ 12192000 w 12192000"/>
              <a:gd name="connsiteY6" fmla="*/ 6858000 h 6858000"/>
              <a:gd name="connsiteX7" fmla="*/ 0 w 12192000"/>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858000">
                <a:moveTo>
                  <a:pt x="510023" y="505353"/>
                </a:moveTo>
                <a:lnTo>
                  <a:pt x="510023" y="6352647"/>
                </a:lnTo>
                <a:lnTo>
                  <a:pt x="5415398" y="6352647"/>
                </a:lnTo>
                <a:lnTo>
                  <a:pt x="5415398" y="505353"/>
                </a:lnTo>
                <a:close/>
                <a:moveTo>
                  <a:pt x="0" y="0"/>
                </a:moveTo>
                <a:lnTo>
                  <a:pt x="12192000" y="0"/>
                </a:lnTo>
                <a:lnTo>
                  <a:pt x="12192000" y="6858000"/>
                </a:lnTo>
                <a:lnTo>
                  <a:pt x="0" y="6858000"/>
                </a:lnTo>
                <a:close/>
              </a:path>
            </a:pathLst>
          </a:custGeom>
          <a:blipFill>
            <a:blip r:embed="rId2">
              <a:alphaModFix amt="70000"/>
            </a:blip>
            <a:stretch>
              <a:fillRect/>
            </a:stretch>
          </a:blipFill>
          <a:effectLst>
            <a:innerShdw blurRad="215900" dist="25400" dir="13500000">
              <a:prstClr val="black">
                <a:alpha val="15000"/>
              </a:prstClr>
            </a:innerShdw>
          </a:effectLst>
        </p:spPr>
        <p:txBody>
          <a:bodyPr wrap="square" rtlCol="0">
            <a:noAutofit/>
          </a:bodyPr>
          <a:lstStyle>
            <a:lvl1pPr marL="0" indent="0">
              <a:buNone/>
              <a:defRPr/>
            </a:lvl1pPr>
          </a:lstStyle>
          <a:p>
            <a:pPr rtl="0"/>
            <a:r>
              <a:rPr lang="fr"/>
              <a:t> </a:t>
            </a:r>
          </a:p>
        </p:txBody>
      </p:sp>
      <p:sp>
        <p:nvSpPr>
          <p:cNvPr id="2" name="Titre 1">
            <a:extLst>
              <a:ext uri="{FF2B5EF4-FFF2-40B4-BE49-F238E27FC236}">
                <a16:creationId xmlns:a16="http://schemas.microsoft.com/office/drawing/2014/main" id="{60877CE2-4402-942B-FD26-6E29BDAB9B47}"/>
              </a:ext>
            </a:extLst>
          </p:cNvPr>
          <p:cNvSpPr>
            <a:spLocks noGrp="1"/>
          </p:cNvSpPr>
          <p:nvPr>
            <p:ph type="title"/>
          </p:nvPr>
        </p:nvSpPr>
        <p:spPr>
          <a:xfrm>
            <a:off x="839297" y="1136691"/>
            <a:ext cx="4135970" cy="3038878"/>
          </a:xfrm>
        </p:spPr>
        <p:txBody>
          <a:bodyPr rtlCol="0" anchor="t">
            <a:normAutofit/>
          </a:bodyPr>
          <a:lstStyle>
            <a:lvl1pPr>
              <a:defRPr sz="4400"/>
            </a:lvl1pPr>
          </a:lstStyle>
          <a:p>
            <a:pPr rtl="0"/>
            <a:r>
              <a:rPr lang="fr"/>
              <a:t>Modifiez le style du titre</a:t>
            </a:r>
            <a:endParaRPr lang="en-US" dirty="0"/>
          </a:p>
        </p:txBody>
      </p:sp>
      <p:sp>
        <p:nvSpPr>
          <p:cNvPr id="3" name="Espace réservé du texte 2">
            <a:extLst>
              <a:ext uri="{FF2B5EF4-FFF2-40B4-BE49-F238E27FC236}">
                <a16:creationId xmlns:a16="http://schemas.microsoft.com/office/drawing/2014/main" id="{4FF79075-DF30-526B-9548-3F9D7EF9FAA8}"/>
              </a:ext>
            </a:extLst>
          </p:cNvPr>
          <p:cNvSpPr>
            <a:spLocks noGrp="1"/>
          </p:cNvSpPr>
          <p:nvPr>
            <p:ph type="body" idx="1"/>
          </p:nvPr>
        </p:nvSpPr>
        <p:spPr>
          <a:xfrm>
            <a:off x="842093" y="5282217"/>
            <a:ext cx="4136599" cy="947146"/>
          </a:xfrm>
        </p:spPr>
        <p:txBody>
          <a:bodyPr rtlCol="0" anchor="t">
            <a:normAutofit/>
          </a:bodyPr>
          <a:lstStyle>
            <a:lvl1pPr marL="0" indent="0">
              <a:buNone/>
              <a:defRPr sz="18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rtl="0"/>
            <a:r>
              <a:rPr lang="fr"/>
              <a:t>Modifiez les styles du texte</a:t>
            </a:r>
          </a:p>
        </p:txBody>
      </p:sp>
      <p:sp>
        <p:nvSpPr>
          <p:cNvPr id="5" name="Espace réservé du pied de page 4">
            <a:extLst>
              <a:ext uri="{FF2B5EF4-FFF2-40B4-BE49-F238E27FC236}">
                <a16:creationId xmlns:a16="http://schemas.microsoft.com/office/drawing/2014/main" id="{CEC3F3D2-CADD-A94F-6739-CCCDA6C6FA8C}"/>
              </a:ext>
            </a:extLst>
          </p:cNvPr>
          <p:cNvSpPr>
            <a:spLocks noGrp="1"/>
          </p:cNvSpPr>
          <p:nvPr>
            <p:ph type="ftr" sz="quarter" idx="11"/>
          </p:nvPr>
        </p:nvSpPr>
        <p:spPr>
          <a:xfrm>
            <a:off x="402336" y="6426091"/>
            <a:ext cx="3877552" cy="365125"/>
          </a:xfrm>
        </p:spPr>
        <p:txBody>
          <a:bodyPr rtlCol="0"/>
          <a:lstStyle>
            <a:lvl1pPr>
              <a:defRPr>
                <a:solidFill>
                  <a:schemeClr val="bg1">
                    <a:alpha val="60000"/>
                  </a:schemeClr>
                </a:solidFill>
                <a:effectLst>
                  <a:outerShdw blurRad="38100" dist="38100" dir="2700000" algn="tl">
                    <a:srgbClr val="000000">
                      <a:alpha val="43137"/>
                    </a:srgbClr>
                  </a:outerShdw>
                </a:effectLst>
              </a:defRPr>
            </a:lvl1pPr>
          </a:lstStyle>
          <a:p>
            <a:pPr rtl="0"/>
            <a:r>
              <a:rPr lang="fr"/>
              <a:t>Exemple de texte de pied de page</a:t>
            </a:r>
          </a:p>
        </p:txBody>
      </p:sp>
      <p:sp>
        <p:nvSpPr>
          <p:cNvPr id="4" name="Espace réservé de la date 3">
            <a:extLst>
              <a:ext uri="{FF2B5EF4-FFF2-40B4-BE49-F238E27FC236}">
                <a16:creationId xmlns:a16="http://schemas.microsoft.com/office/drawing/2014/main" id="{40CC541E-3AF5-9564-CE04-E4B86459DBE0}"/>
              </a:ext>
            </a:extLst>
          </p:cNvPr>
          <p:cNvSpPr>
            <a:spLocks noGrp="1"/>
          </p:cNvSpPr>
          <p:nvPr>
            <p:ph type="dt" sz="half" idx="10"/>
          </p:nvPr>
        </p:nvSpPr>
        <p:spPr/>
        <p:txBody>
          <a:bodyPr rtlCol="0"/>
          <a:lstStyle>
            <a:lvl1pPr>
              <a:defRPr>
                <a:solidFill>
                  <a:schemeClr val="bg1">
                    <a:alpha val="60000"/>
                  </a:schemeClr>
                </a:solidFill>
                <a:effectLst>
                  <a:outerShdw blurRad="38100" dist="38100" dir="2700000" algn="tl">
                    <a:srgbClr val="000000">
                      <a:alpha val="43137"/>
                    </a:srgbClr>
                  </a:outerShdw>
                </a:effectLst>
              </a:defRPr>
            </a:lvl1pPr>
          </a:lstStyle>
          <a:p>
            <a:pPr rtl="0"/>
            <a:r>
              <a:rPr lang="en-US"/>
              <a:t>4/8/2025</a:t>
            </a:r>
          </a:p>
        </p:txBody>
      </p:sp>
      <p:sp>
        <p:nvSpPr>
          <p:cNvPr id="6" name="Espace réservé du numéro de diapositive 5">
            <a:extLst>
              <a:ext uri="{FF2B5EF4-FFF2-40B4-BE49-F238E27FC236}">
                <a16:creationId xmlns:a16="http://schemas.microsoft.com/office/drawing/2014/main" id="{C3C772A7-7F28-0EB0-D243-BCC6917DADA2}"/>
              </a:ext>
            </a:extLst>
          </p:cNvPr>
          <p:cNvSpPr>
            <a:spLocks noGrp="1"/>
          </p:cNvSpPr>
          <p:nvPr>
            <p:ph type="sldNum" sz="quarter" idx="12"/>
          </p:nvPr>
        </p:nvSpPr>
        <p:spPr/>
        <p:txBody>
          <a:bodyPr rtlCol="0"/>
          <a:lstStyle>
            <a:lvl1pPr>
              <a:defRPr>
                <a:solidFill>
                  <a:schemeClr val="bg1">
                    <a:alpha val="60000"/>
                  </a:schemeClr>
                </a:solidFill>
                <a:effectLst>
                  <a:outerShdw blurRad="38100" dist="38100" dir="2700000" algn="tl">
                    <a:srgbClr val="000000">
                      <a:alpha val="43137"/>
                    </a:srgbClr>
                  </a:outerShdw>
                </a:effectLst>
              </a:defRPr>
            </a:lvl1pPr>
          </a:lstStyle>
          <a:p>
            <a:pPr rtl="0"/>
            <a:fld id="{DD84031F-D6BF-4677-B12E-7D8B88BA70F7}" type="slidenum">
              <a:rPr lang="en-US" smtClean="0"/>
              <a:t>‹n°›</a:t>
            </a:fld>
            <a:endParaRPr lang="en-US"/>
          </a:p>
        </p:txBody>
      </p:sp>
      <p:cxnSp>
        <p:nvCxnSpPr>
          <p:cNvPr id="8" name="Connecteur droit 7">
            <a:extLst>
              <a:ext uri="{FF2B5EF4-FFF2-40B4-BE49-F238E27FC236}">
                <a16:creationId xmlns:a16="http://schemas.microsoft.com/office/drawing/2014/main" id="{A280C4FA-D5DF-A52F-5EBC-E1A231F643A5}"/>
              </a:ext>
            </a:extLst>
          </p:cNvPr>
          <p:cNvCxnSpPr>
            <a:cxnSpLocks/>
          </p:cNvCxnSpPr>
          <p:nvPr/>
        </p:nvCxnSpPr>
        <p:spPr>
          <a:xfrm>
            <a:off x="944438" y="5162641"/>
            <a:ext cx="4030829"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9" name="Connecteur droit 8">
            <a:extLst>
              <a:ext uri="{FF2B5EF4-FFF2-40B4-BE49-F238E27FC236}">
                <a16:creationId xmlns:a16="http://schemas.microsoft.com/office/drawing/2014/main" id="{22BEF2C1-7030-5074-0586-5EBAF7D59A33}"/>
              </a:ext>
            </a:extLst>
          </p:cNvPr>
          <p:cNvCxnSpPr>
            <a:cxnSpLocks/>
          </p:cNvCxnSpPr>
          <p:nvPr/>
        </p:nvCxnSpPr>
        <p:spPr>
          <a:xfrm>
            <a:off x="944438" y="904533"/>
            <a:ext cx="4036971" cy="0"/>
          </a:xfrm>
          <a:prstGeom prst="line">
            <a:avLst/>
          </a:prstGeom>
          <a:ln w="44450">
            <a:solidFill>
              <a:schemeClr val="accent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735570315"/>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Titre avec image 3">
    <p:bg>
      <p:bgRef idx="1001">
        <a:schemeClr val="bg1"/>
      </p:bgRef>
    </p:bg>
    <p:spTree>
      <p:nvGrpSpPr>
        <p:cNvPr id="1" name=""/>
        <p:cNvGrpSpPr/>
        <p:nvPr/>
      </p:nvGrpSpPr>
      <p:grpSpPr>
        <a:xfrm>
          <a:off x="0" y="0"/>
          <a:ext cx="0" cy="0"/>
          <a:chOff x="0" y="0"/>
          <a:chExt cx="0" cy="0"/>
        </a:xfrm>
      </p:grpSpPr>
      <p:cxnSp>
        <p:nvCxnSpPr>
          <p:cNvPr id="7" name="Connecteur droit 6">
            <a:extLst>
              <a:ext uri="{FF2B5EF4-FFF2-40B4-BE49-F238E27FC236}">
                <a16:creationId xmlns:a16="http://schemas.microsoft.com/office/drawing/2014/main" id="{B1F847F0-1D67-5F49-6571-5F248F11275B}"/>
              </a:ext>
            </a:extLst>
          </p:cNvPr>
          <p:cNvCxnSpPr>
            <a:cxnSpLocks/>
          </p:cNvCxnSpPr>
          <p:nvPr/>
        </p:nvCxnSpPr>
        <p:spPr>
          <a:xfrm>
            <a:off x="8173214" y="530425"/>
            <a:ext cx="3485386" cy="0"/>
          </a:xfrm>
          <a:prstGeom prst="line">
            <a:avLst/>
          </a:prstGeom>
          <a:ln w="41275">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8" name="Connecteur droit 7">
            <a:extLst>
              <a:ext uri="{FF2B5EF4-FFF2-40B4-BE49-F238E27FC236}">
                <a16:creationId xmlns:a16="http://schemas.microsoft.com/office/drawing/2014/main" id="{A280C4FA-D5DF-A52F-5EBC-E1A231F643A5}"/>
              </a:ext>
            </a:extLst>
          </p:cNvPr>
          <p:cNvCxnSpPr>
            <a:cxnSpLocks/>
          </p:cNvCxnSpPr>
          <p:nvPr/>
        </p:nvCxnSpPr>
        <p:spPr>
          <a:xfrm>
            <a:off x="8173214" y="5498461"/>
            <a:ext cx="3485386"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
        <p:nvSpPr>
          <p:cNvPr id="2" name="Titre 1">
            <a:extLst>
              <a:ext uri="{FF2B5EF4-FFF2-40B4-BE49-F238E27FC236}">
                <a16:creationId xmlns:a16="http://schemas.microsoft.com/office/drawing/2014/main" id="{60877CE2-4402-942B-FD26-6E29BDAB9B47}"/>
              </a:ext>
            </a:extLst>
          </p:cNvPr>
          <p:cNvSpPr>
            <a:spLocks noGrp="1"/>
          </p:cNvSpPr>
          <p:nvPr>
            <p:ph type="title"/>
          </p:nvPr>
        </p:nvSpPr>
        <p:spPr>
          <a:xfrm>
            <a:off x="8043968" y="768351"/>
            <a:ext cx="3685656" cy="2843527"/>
          </a:xfrm>
        </p:spPr>
        <p:txBody>
          <a:bodyPr rtlCol="0" anchor="t">
            <a:normAutofit/>
          </a:bodyPr>
          <a:lstStyle>
            <a:lvl1pPr>
              <a:defRPr sz="4400"/>
            </a:lvl1pPr>
          </a:lstStyle>
          <a:p>
            <a:pPr rtl="0"/>
            <a:r>
              <a:rPr lang="fr"/>
              <a:t>Modifiez le style du titre</a:t>
            </a:r>
            <a:endParaRPr lang="en-US" dirty="0"/>
          </a:p>
        </p:txBody>
      </p:sp>
      <p:sp>
        <p:nvSpPr>
          <p:cNvPr id="9" name="Espace réservé d’image 8">
            <a:extLst>
              <a:ext uri="{FF2B5EF4-FFF2-40B4-BE49-F238E27FC236}">
                <a16:creationId xmlns:a16="http://schemas.microsoft.com/office/drawing/2014/main" id="{6D3F2A15-2C96-2533-3F11-3EFA30B56716}"/>
              </a:ext>
            </a:extLst>
          </p:cNvPr>
          <p:cNvSpPr>
            <a:spLocks noGrp="1"/>
          </p:cNvSpPr>
          <p:nvPr>
            <p:ph type="pic" sz="quarter" idx="13" hasCustomPrompt="1"/>
          </p:nvPr>
        </p:nvSpPr>
        <p:spPr>
          <a:xfrm>
            <a:off x="0" y="0"/>
            <a:ext cx="7605681" cy="6858000"/>
          </a:xfrm>
          <a:blipFill>
            <a:blip r:embed="rId2">
              <a:alphaModFix amt="70000"/>
            </a:blip>
            <a:stretch>
              <a:fillRect/>
            </a:stretch>
          </a:blipFill>
          <a:effectLst>
            <a:outerShdw blurRad="203200" dist="12700" dir="7800000" algn="r" rotWithShape="0">
              <a:prstClr val="black">
                <a:alpha val="10000"/>
              </a:prstClr>
            </a:outerShdw>
          </a:effectLst>
        </p:spPr>
        <p:txBody>
          <a:bodyPr rtlCol="0"/>
          <a:lstStyle>
            <a:lvl1pPr marL="0" indent="0">
              <a:buNone/>
              <a:defRPr/>
            </a:lvl1pPr>
          </a:lstStyle>
          <a:p>
            <a:pPr rtl="0"/>
            <a:r>
              <a:rPr lang="fr"/>
              <a:t> </a:t>
            </a:r>
          </a:p>
        </p:txBody>
      </p:sp>
      <p:sp>
        <p:nvSpPr>
          <p:cNvPr id="3" name="Espace réservé du texte 2">
            <a:extLst>
              <a:ext uri="{FF2B5EF4-FFF2-40B4-BE49-F238E27FC236}">
                <a16:creationId xmlns:a16="http://schemas.microsoft.com/office/drawing/2014/main" id="{4FF79075-DF30-526B-9548-3F9D7EF9FAA8}"/>
              </a:ext>
            </a:extLst>
          </p:cNvPr>
          <p:cNvSpPr>
            <a:spLocks noGrp="1"/>
          </p:cNvSpPr>
          <p:nvPr>
            <p:ph type="body" idx="1"/>
          </p:nvPr>
        </p:nvSpPr>
        <p:spPr>
          <a:xfrm>
            <a:off x="8073978" y="5681133"/>
            <a:ext cx="3655646" cy="664191"/>
          </a:xfrm>
        </p:spPr>
        <p:txBody>
          <a:bodyPr rtlCol="0" anchor="t">
            <a:normAutofit/>
          </a:bodyPr>
          <a:lstStyle>
            <a:lvl1pPr marL="0" indent="0">
              <a:buNone/>
              <a:defRPr sz="18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rtl="0"/>
            <a:r>
              <a:rPr lang="fr"/>
              <a:t>Modifiez les styles du texte</a:t>
            </a:r>
          </a:p>
        </p:txBody>
      </p:sp>
      <p:sp>
        <p:nvSpPr>
          <p:cNvPr id="11" name="Espace réservé du pied de page 10">
            <a:extLst>
              <a:ext uri="{FF2B5EF4-FFF2-40B4-BE49-F238E27FC236}">
                <a16:creationId xmlns:a16="http://schemas.microsoft.com/office/drawing/2014/main" id="{E2571521-DF5C-DF9C-1A62-5F1513FC610C}"/>
              </a:ext>
            </a:extLst>
          </p:cNvPr>
          <p:cNvSpPr>
            <a:spLocks noGrp="1"/>
          </p:cNvSpPr>
          <p:nvPr>
            <p:ph type="ftr" sz="quarter" idx="15"/>
          </p:nvPr>
        </p:nvSpPr>
        <p:spPr>
          <a:xfrm>
            <a:off x="8073978" y="6426091"/>
            <a:ext cx="2295058" cy="365125"/>
          </a:xfrm>
        </p:spPr>
        <p:txBody>
          <a:bodyPr rtlCol="0"/>
          <a:lstStyle/>
          <a:p>
            <a:pPr rtl="0"/>
            <a:r>
              <a:rPr lang="fr"/>
              <a:t>Exemple de Texte de Pied de page</a:t>
            </a:r>
          </a:p>
        </p:txBody>
      </p:sp>
      <p:sp>
        <p:nvSpPr>
          <p:cNvPr id="10" name="Espace réservé de la date 9">
            <a:extLst>
              <a:ext uri="{FF2B5EF4-FFF2-40B4-BE49-F238E27FC236}">
                <a16:creationId xmlns:a16="http://schemas.microsoft.com/office/drawing/2014/main" id="{1135B836-FBFB-89F8-B972-11036B55F5CF}"/>
              </a:ext>
            </a:extLst>
          </p:cNvPr>
          <p:cNvSpPr>
            <a:spLocks noGrp="1"/>
          </p:cNvSpPr>
          <p:nvPr>
            <p:ph type="dt" sz="half" idx="14"/>
          </p:nvPr>
        </p:nvSpPr>
        <p:spPr>
          <a:xfrm>
            <a:off x="10298013" y="6426091"/>
            <a:ext cx="875825" cy="365125"/>
          </a:xfrm>
        </p:spPr>
        <p:txBody>
          <a:bodyPr rtlCol="0"/>
          <a:lstStyle/>
          <a:p>
            <a:pPr rtl="0"/>
            <a:r>
              <a:rPr lang="en-US"/>
              <a:t>4/8/2025</a:t>
            </a:r>
          </a:p>
        </p:txBody>
      </p:sp>
      <p:sp>
        <p:nvSpPr>
          <p:cNvPr id="12" name="Espace réservé du numéro de diapositive 11">
            <a:extLst>
              <a:ext uri="{FF2B5EF4-FFF2-40B4-BE49-F238E27FC236}">
                <a16:creationId xmlns:a16="http://schemas.microsoft.com/office/drawing/2014/main" id="{50AD8387-A9F9-E9E2-1138-08C0AA495719}"/>
              </a:ext>
            </a:extLst>
          </p:cNvPr>
          <p:cNvSpPr>
            <a:spLocks noGrp="1"/>
          </p:cNvSpPr>
          <p:nvPr>
            <p:ph type="sldNum" sz="quarter" idx="16"/>
          </p:nvPr>
        </p:nvSpPr>
        <p:spPr/>
        <p:txBody>
          <a:bodyPr rtlCol="0"/>
          <a:lstStyle/>
          <a:p>
            <a:pPr rtl="0"/>
            <a:fld id="{DD84031F-D6BF-4677-B12E-7D8B88BA70F7}" type="slidenum">
              <a:rPr lang="en-US" smtClean="0"/>
              <a:t>‹n°›</a:t>
            </a:fld>
            <a:endParaRPr lang="en-US"/>
          </a:p>
        </p:txBody>
      </p:sp>
    </p:spTree>
    <p:extLst>
      <p:ext uri="{BB962C8B-B14F-4D97-AF65-F5344CB8AC3E}">
        <p14:creationId xmlns:p14="http://schemas.microsoft.com/office/powerpoint/2010/main" val="520398402"/>
      </p:ext>
    </p:extLst>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Titre avec image 4">
    <p:bg>
      <p:bgRef idx="1001">
        <a:schemeClr val="bg1"/>
      </p:bgRef>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0877CE2-4402-942B-FD26-6E29BDAB9B47}"/>
              </a:ext>
            </a:extLst>
          </p:cNvPr>
          <p:cNvSpPr>
            <a:spLocks noGrp="1"/>
          </p:cNvSpPr>
          <p:nvPr>
            <p:ph type="title"/>
          </p:nvPr>
        </p:nvSpPr>
        <p:spPr>
          <a:xfrm>
            <a:off x="429901" y="5056743"/>
            <a:ext cx="11339400" cy="966902"/>
          </a:xfrm>
        </p:spPr>
        <p:txBody>
          <a:bodyPr rtlCol="0" anchor="b">
            <a:normAutofit/>
          </a:bodyPr>
          <a:lstStyle>
            <a:lvl1pPr>
              <a:defRPr sz="4800">
                <a:solidFill>
                  <a:schemeClr val="tx1"/>
                </a:solidFill>
              </a:defRPr>
            </a:lvl1pPr>
          </a:lstStyle>
          <a:p>
            <a:pPr rtl="0"/>
            <a:r>
              <a:rPr lang="fr"/>
              <a:t>Modifiez le style du titre</a:t>
            </a:r>
            <a:endParaRPr lang="en-US" dirty="0"/>
          </a:p>
        </p:txBody>
      </p:sp>
      <p:sp>
        <p:nvSpPr>
          <p:cNvPr id="9" name="Espace réservé d’image 8">
            <a:extLst>
              <a:ext uri="{FF2B5EF4-FFF2-40B4-BE49-F238E27FC236}">
                <a16:creationId xmlns:a16="http://schemas.microsoft.com/office/drawing/2014/main" id="{6D3F2A15-2C96-2533-3F11-3EFA30B56716}"/>
              </a:ext>
            </a:extLst>
          </p:cNvPr>
          <p:cNvSpPr>
            <a:spLocks noGrp="1"/>
          </p:cNvSpPr>
          <p:nvPr>
            <p:ph type="pic" sz="quarter" idx="13" hasCustomPrompt="1"/>
          </p:nvPr>
        </p:nvSpPr>
        <p:spPr>
          <a:xfrm>
            <a:off x="0" y="0"/>
            <a:ext cx="12192000" cy="4930912"/>
          </a:xfrm>
          <a:blipFill>
            <a:blip r:embed="rId2">
              <a:alphaModFix amt="70000"/>
            </a:blip>
            <a:stretch>
              <a:fillRect/>
            </a:stretch>
          </a:blipFill>
          <a:effectLst>
            <a:outerShdw blurRad="203200" dist="12700" dir="7800000" algn="r" rotWithShape="0">
              <a:prstClr val="black">
                <a:alpha val="10000"/>
              </a:prstClr>
            </a:outerShdw>
          </a:effectLst>
        </p:spPr>
        <p:txBody>
          <a:bodyPr rtlCol="0"/>
          <a:lstStyle>
            <a:lvl1pPr marL="0" indent="0">
              <a:buNone/>
              <a:defRPr/>
            </a:lvl1pPr>
          </a:lstStyle>
          <a:p>
            <a:pPr rtl="0"/>
            <a:r>
              <a:rPr lang="fr"/>
              <a:t> </a:t>
            </a:r>
          </a:p>
        </p:txBody>
      </p:sp>
      <p:sp>
        <p:nvSpPr>
          <p:cNvPr id="3" name="Espace réservé du texte 2">
            <a:extLst>
              <a:ext uri="{FF2B5EF4-FFF2-40B4-BE49-F238E27FC236}">
                <a16:creationId xmlns:a16="http://schemas.microsoft.com/office/drawing/2014/main" id="{4FF79075-DF30-526B-9548-3F9D7EF9FAA8}"/>
              </a:ext>
            </a:extLst>
          </p:cNvPr>
          <p:cNvSpPr>
            <a:spLocks noGrp="1"/>
          </p:cNvSpPr>
          <p:nvPr>
            <p:ph type="body" idx="1"/>
          </p:nvPr>
        </p:nvSpPr>
        <p:spPr>
          <a:xfrm>
            <a:off x="429902" y="5979576"/>
            <a:ext cx="11339400" cy="365126"/>
          </a:xfrm>
        </p:spPr>
        <p:txBody>
          <a:bodyPr rtlCol="0" anchor="t">
            <a:normAutofit/>
          </a:bodyPr>
          <a:lstStyle>
            <a:lvl1pPr marL="0" indent="0">
              <a:buNone/>
              <a:defRPr sz="18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rtl="0"/>
            <a:r>
              <a:rPr lang="fr"/>
              <a:t>Modifiez les styles du texte</a:t>
            </a:r>
          </a:p>
        </p:txBody>
      </p:sp>
      <p:sp>
        <p:nvSpPr>
          <p:cNvPr id="8" name="Espace réservé du pied de page 7">
            <a:extLst>
              <a:ext uri="{FF2B5EF4-FFF2-40B4-BE49-F238E27FC236}">
                <a16:creationId xmlns:a16="http://schemas.microsoft.com/office/drawing/2014/main" id="{3F256503-7989-932D-DE04-B424AC0B97DF}"/>
              </a:ext>
            </a:extLst>
          </p:cNvPr>
          <p:cNvSpPr>
            <a:spLocks noGrp="1"/>
          </p:cNvSpPr>
          <p:nvPr>
            <p:ph type="ftr" sz="quarter" idx="15"/>
          </p:nvPr>
        </p:nvSpPr>
        <p:spPr/>
        <p:txBody>
          <a:bodyPr rtlCol="0"/>
          <a:lstStyle/>
          <a:p>
            <a:pPr rtl="0"/>
            <a:r>
              <a:rPr lang="fr"/>
              <a:t>Exemple de Texte de Pied de page</a:t>
            </a:r>
          </a:p>
        </p:txBody>
      </p:sp>
      <p:sp>
        <p:nvSpPr>
          <p:cNvPr id="7" name="Espace réservé de la date 6">
            <a:extLst>
              <a:ext uri="{FF2B5EF4-FFF2-40B4-BE49-F238E27FC236}">
                <a16:creationId xmlns:a16="http://schemas.microsoft.com/office/drawing/2014/main" id="{623E99C9-C336-E83E-56A6-D68659547CAF}"/>
              </a:ext>
            </a:extLst>
          </p:cNvPr>
          <p:cNvSpPr>
            <a:spLocks noGrp="1"/>
          </p:cNvSpPr>
          <p:nvPr>
            <p:ph type="dt" sz="half" idx="14"/>
          </p:nvPr>
        </p:nvSpPr>
        <p:spPr/>
        <p:txBody>
          <a:bodyPr rtlCol="0"/>
          <a:lstStyle/>
          <a:p>
            <a:pPr rtl="0"/>
            <a:r>
              <a:rPr lang="en-US"/>
              <a:t>4/8/2025</a:t>
            </a:r>
          </a:p>
        </p:txBody>
      </p:sp>
      <p:sp>
        <p:nvSpPr>
          <p:cNvPr id="10" name="Espace réservé du numéro de diapositive 9">
            <a:extLst>
              <a:ext uri="{FF2B5EF4-FFF2-40B4-BE49-F238E27FC236}">
                <a16:creationId xmlns:a16="http://schemas.microsoft.com/office/drawing/2014/main" id="{757A77FC-B384-BD30-0961-237F594F200F}"/>
              </a:ext>
            </a:extLst>
          </p:cNvPr>
          <p:cNvSpPr>
            <a:spLocks noGrp="1"/>
          </p:cNvSpPr>
          <p:nvPr>
            <p:ph type="sldNum" sz="quarter" idx="16"/>
          </p:nvPr>
        </p:nvSpPr>
        <p:spPr/>
        <p:txBody>
          <a:bodyPr rtlCol="0"/>
          <a:lstStyle/>
          <a:p>
            <a:pPr rtl="0"/>
            <a:fld id="{DD84031F-D6BF-4677-B12E-7D8B88BA70F7}" type="slidenum">
              <a:rPr lang="en-US" smtClean="0"/>
              <a:t>‹n°›</a:t>
            </a:fld>
            <a:endParaRPr lang="en-US"/>
          </a:p>
        </p:txBody>
      </p:sp>
    </p:spTree>
    <p:extLst>
      <p:ext uri="{BB962C8B-B14F-4D97-AF65-F5344CB8AC3E}">
        <p14:creationId xmlns:p14="http://schemas.microsoft.com/office/powerpoint/2010/main" val="1066283902"/>
      </p:ext>
    </p:extLst>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Titre">
    <p:bg>
      <p:bgRef idx="1001">
        <a:schemeClr val="bg1"/>
      </p:bgRef>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A24DF58-285B-E151-006A-D88C36BBB753}"/>
              </a:ext>
            </a:extLst>
          </p:cNvPr>
          <p:cNvSpPr>
            <a:spLocks noGrp="1"/>
          </p:cNvSpPr>
          <p:nvPr>
            <p:ph type="ctrTitle"/>
          </p:nvPr>
        </p:nvSpPr>
        <p:spPr>
          <a:xfrm>
            <a:off x="419238" y="398050"/>
            <a:ext cx="9635668" cy="3671398"/>
          </a:xfrm>
        </p:spPr>
        <p:txBody>
          <a:bodyPr vert="horz" lIns="91440" tIns="45720" rIns="91440" bIns="45720" rtlCol="0" anchor="t">
            <a:normAutofit/>
          </a:bodyPr>
          <a:lstStyle>
            <a:lvl1pPr>
              <a:defRPr lang="en-US" sz="6600" dirty="0">
                <a:solidFill>
                  <a:schemeClr val="accent1"/>
                </a:solidFill>
              </a:defRPr>
            </a:lvl1pPr>
          </a:lstStyle>
          <a:p>
            <a:pPr lvl="0" rtl="0"/>
            <a:r>
              <a:rPr lang="fr"/>
              <a:t>Modifiez le style du titre</a:t>
            </a:r>
            <a:endParaRPr lang="en-US" dirty="0"/>
          </a:p>
        </p:txBody>
      </p:sp>
      <p:sp>
        <p:nvSpPr>
          <p:cNvPr id="3" name="Sous-titre 2">
            <a:extLst>
              <a:ext uri="{FF2B5EF4-FFF2-40B4-BE49-F238E27FC236}">
                <a16:creationId xmlns:a16="http://schemas.microsoft.com/office/drawing/2014/main" id="{F9206861-2B51-5BD1-EB7B-C21E31ED4CF6}"/>
              </a:ext>
            </a:extLst>
          </p:cNvPr>
          <p:cNvSpPr>
            <a:spLocks noGrp="1"/>
          </p:cNvSpPr>
          <p:nvPr>
            <p:ph type="subTitle" idx="1"/>
          </p:nvPr>
        </p:nvSpPr>
        <p:spPr>
          <a:xfrm>
            <a:off x="432322" y="5669280"/>
            <a:ext cx="9620300" cy="756807"/>
          </a:xfrm>
        </p:spPr>
        <p:txBody>
          <a:bodyPr vert="horz" lIns="91440" tIns="45720" rIns="91440" bIns="45720" rtlCol="0">
            <a:normAutofit/>
          </a:bodyPr>
          <a:lstStyle>
            <a:lvl1pPr marL="0" indent="0">
              <a:buNone/>
              <a:defRPr lang="en-US" dirty="0"/>
            </a:lvl1pPr>
          </a:lstStyle>
          <a:p>
            <a:pPr lvl="0" rtl="0"/>
            <a:r>
              <a:rPr lang="fr"/>
              <a:t>Modifiez le style des sous-titres du masque</a:t>
            </a:r>
            <a:endParaRPr lang="en-US" dirty="0"/>
          </a:p>
        </p:txBody>
      </p:sp>
      <p:sp>
        <p:nvSpPr>
          <p:cNvPr id="5" name="Espace réservé du pied de page 4">
            <a:extLst>
              <a:ext uri="{FF2B5EF4-FFF2-40B4-BE49-F238E27FC236}">
                <a16:creationId xmlns:a16="http://schemas.microsoft.com/office/drawing/2014/main" id="{822DDD77-F8A9-7EC7-8615-6A38937CE728}"/>
              </a:ext>
            </a:extLst>
          </p:cNvPr>
          <p:cNvSpPr>
            <a:spLocks noGrp="1"/>
          </p:cNvSpPr>
          <p:nvPr>
            <p:ph type="ftr" sz="quarter" idx="11"/>
          </p:nvPr>
        </p:nvSpPr>
        <p:spPr/>
        <p:txBody>
          <a:bodyPr rtlCol="0"/>
          <a:lstStyle/>
          <a:p>
            <a:pPr rtl="0"/>
            <a:r>
              <a:rPr lang="fr"/>
              <a:t>Exemple de Texte de Pied de page</a:t>
            </a:r>
          </a:p>
        </p:txBody>
      </p:sp>
      <p:sp>
        <p:nvSpPr>
          <p:cNvPr id="4" name="Espace réservé de la date 3">
            <a:extLst>
              <a:ext uri="{FF2B5EF4-FFF2-40B4-BE49-F238E27FC236}">
                <a16:creationId xmlns:a16="http://schemas.microsoft.com/office/drawing/2014/main" id="{098AB215-86A6-6EC5-BC27-7962FA84A1AE}"/>
              </a:ext>
            </a:extLst>
          </p:cNvPr>
          <p:cNvSpPr>
            <a:spLocks noGrp="1"/>
          </p:cNvSpPr>
          <p:nvPr>
            <p:ph type="dt" sz="half" idx="10"/>
          </p:nvPr>
        </p:nvSpPr>
        <p:spPr/>
        <p:txBody>
          <a:bodyPr rtlCol="0"/>
          <a:lstStyle/>
          <a:p>
            <a:pPr rtl="0"/>
            <a:r>
              <a:rPr lang="en-US"/>
              <a:t>4/8/2025</a:t>
            </a:r>
          </a:p>
        </p:txBody>
      </p:sp>
      <p:sp>
        <p:nvSpPr>
          <p:cNvPr id="6" name="Espace réservé du numéro de diapositive 5">
            <a:extLst>
              <a:ext uri="{FF2B5EF4-FFF2-40B4-BE49-F238E27FC236}">
                <a16:creationId xmlns:a16="http://schemas.microsoft.com/office/drawing/2014/main" id="{4360CECF-E526-1422-4780-123B6B1E96C9}"/>
              </a:ext>
            </a:extLst>
          </p:cNvPr>
          <p:cNvSpPr>
            <a:spLocks noGrp="1"/>
          </p:cNvSpPr>
          <p:nvPr>
            <p:ph type="sldNum" sz="quarter" idx="12"/>
          </p:nvPr>
        </p:nvSpPr>
        <p:spPr/>
        <p:txBody>
          <a:bodyPr rtlCol="0"/>
          <a:lstStyle/>
          <a:p>
            <a:pPr rtl="0"/>
            <a:fld id="{DD84031F-D6BF-4677-B12E-7D8B88BA70F7}" type="slidenum">
              <a:rPr lang="en-US" smtClean="0"/>
              <a:t>‹n°›</a:t>
            </a:fld>
            <a:endParaRPr lang="en-US"/>
          </a:p>
        </p:txBody>
      </p:sp>
      <p:cxnSp>
        <p:nvCxnSpPr>
          <p:cNvPr id="9" name="Connecteur droit 8">
            <a:extLst>
              <a:ext uri="{FF2B5EF4-FFF2-40B4-BE49-F238E27FC236}">
                <a16:creationId xmlns:a16="http://schemas.microsoft.com/office/drawing/2014/main" id="{46EBC7DB-A84C-6AE6-0446-4E466A133069}"/>
              </a:ext>
            </a:extLst>
          </p:cNvPr>
          <p:cNvCxnSpPr>
            <a:cxnSpLocks/>
          </p:cNvCxnSpPr>
          <p:nvPr/>
        </p:nvCxnSpPr>
        <p:spPr>
          <a:xfrm>
            <a:off x="530352" y="5498461"/>
            <a:ext cx="11124446"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97932755"/>
      </p:ext>
    </p:extLst>
  </p:cSld>
  <p:clrMapOvr>
    <a:overrideClrMapping bg1="lt1" tx1="dk1" bg2="lt2" tx2="dk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re 2">
    <p:bg>
      <p:bgRef idx="1001">
        <a:schemeClr val="bg1"/>
      </p:bgRef>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A24DF58-285B-E151-006A-D88C36BBB753}"/>
              </a:ext>
            </a:extLst>
          </p:cNvPr>
          <p:cNvSpPr>
            <a:spLocks noGrp="1"/>
          </p:cNvSpPr>
          <p:nvPr>
            <p:ph type="ctrTitle"/>
          </p:nvPr>
        </p:nvSpPr>
        <p:spPr>
          <a:xfrm>
            <a:off x="402336" y="765750"/>
            <a:ext cx="9635668" cy="3455113"/>
          </a:xfrm>
        </p:spPr>
        <p:txBody>
          <a:bodyPr vert="horz" lIns="91440" tIns="45720" rIns="91440" bIns="45720" rtlCol="0" anchor="t">
            <a:normAutofit/>
          </a:bodyPr>
          <a:lstStyle>
            <a:lvl1pPr>
              <a:defRPr lang="en-US" sz="8800" dirty="0">
                <a:solidFill>
                  <a:schemeClr val="accent1"/>
                </a:solidFill>
              </a:defRPr>
            </a:lvl1pPr>
          </a:lstStyle>
          <a:p>
            <a:pPr lvl="0" rtl="0"/>
            <a:r>
              <a:rPr lang="fr"/>
              <a:t>Modifiez le style du titre</a:t>
            </a:r>
            <a:endParaRPr lang="en-US" dirty="0"/>
          </a:p>
        </p:txBody>
      </p:sp>
      <p:sp>
        <p:nvSpPr>
          <p:cNvPr id="3" name="Sous-titre 2">
            <a:extLst>
              <a:ext uri="{FF2B5EF4-FFF2-40B4-BE49-F238E27FC236}">
                <a16:creationId xmlns:a16="http://schemas.microsoft.com/office/drawing/2014/main" id="{F9206861-2B51-5BD1-EB7B-C21E31ED4CF6}"/>
              </a:ext>
            </a:extLst>
          </p:cNvPr>
          <p:cNvSpPr>
            <a:spLocks noGrp="1"/>
          </p:cNvSpPr>
          <p:nvPr>
            <p:ph type="subTitle" idx="1"/>
          </p:nvPr>
        </p:nvSpPr>
        <p:spPr>
          <a:xfrm>
            <a:off x="429428" y="5271844"/>
            <a:ext cx="9613065" cy="1001356"/>
          </a:xfrm>
        </p:spPr>
        <p:txBody>
          <a:bodyPr vert="horz" lIns="91440" tIns="45720" rIns="91440" bIns="45720" rtlCol="0" anchor="ctr">
            <a:normAutofit/>
          </a:bodyPr>
          <a:lstStyle>
            <a:lvl1pPr marL="0" indent="0">
              <a:buNone/>
              <a:defRPr lang="en-US" dirty="0"/>
            </a:lvl1pPr>
          </a:lstStyle>
          <a:p>
            <a:pPr lvl="0" rtl="0"/>
            <a:r>
              <a:rPr lang="fr"/>
              <a:t>Modifiez le style des sous-titres du masque</a:t>
            </a:r>
            <a:endParaRPr lang="en-US" dirty="0"/>
          </a:p>
        </p:txBody>
      </p:sp>
      <p:sp>
        <p:nvSpPr>
          <p:cNvPr id="5" name="Espace réservé du pied de page 4">
            <a:extLst>
              <a:ext uri="{FF2B5EF4-FFF2-40B4-BE49-F238E27FC236}">
                <a16:creationId xmlns:a16="http://schemas.microsoft.com/office/drawing/2014/main" id="{822DDD77-F8A9-7EC7-8615-6A38937CE728}"/>
              </a:ext>
            </a:extLst>
          </p:cNvPr>
          <p:cNvSpPr>
            <a:spLocks noGrp="1"/>
          </p:cNvSpPr>
          <p:nvPr>
            <p:ph type="ftr" sz="quarter" idx="11"/>
          </p:nvPr>
        </p:nvSpPr>
        <p:spPr/>
        <p:txBody>
          <a:bodyPr rtlCol="0"/>
          <a:lstStyle/>
          <a:p>
            <a:pPr rtl="0"/>
            <a:r>
              <a:rPr lang="fr"/>
              <a:t>Exemple de Texte de Pied de page</a:t>
            </a:r>
          </a:p>
        </p:txBody>
      </p:sp>
      <p:sp>
        <p:nvSpPr>
          <p:cNvPr id="4" name="Espace réservé de la date 3">
            <a:extLst>
              <a:ext uri="{FF2B5EF4-FFF2-40B4-BE49-F238E27FC236}">
                <a16:creationId xmlns:a16="http://schemas.microsoft.com/office/drawing/2014/main" id="{098AB215-86A6-6EC5-BC27-7962FA84A1AE}"/>
              </a:ext>
            </a:extLst>
          </p:cNvPr>
          <p:cNvSpPr>
            <a:spLocks noGrp="1"/>
          </p:cNvSpPr>
          <p:nvPr>
            <p:ph type="dt" sz="half" idx="10"/>
          </p:nvPr>
        </p:nvSpPr>
        <p:spPr/>
        <p:txBody>
          <a:bodyPr rtlCol="0"/>
          <a:lstStyle/>
          <a:p>
            <a:pPr rtl="0"/>
            <a:r>
              <a:rPr lang="en-US"/>
              <a:t>4/8/2025</a:t>
            </a:r>
          </a:p>
        </p:txBody>
      </p:sp>
      <p:sp>
        <p:nvSpPr>
          <p:cNvPr id="6" name="Espace réservé du numéro de diapositive 5">
            <a:extLst>
              <a:ext uri="{FF2B5EF4-FFF2-40B4-BE49-F238E27FC236}">
                <a16:creationId xmlns:a16="http://schemas.microsoft.com/office/drawing/2014/main" id="{4360CECF-E526-1422-4780-123B6B1E96C9}"/>
              </a:ext>
            </a:extLst>
          </p:cNvPr>
          <p:cNvSpPr>
            <a:spLocks noGrp="1"/>
          </p:cNvSpPr>
          <p:nvPr>
            <p:ph type="sldNum" sz="quarter" idx="12"/>
          </p:nvPr>
        </p:nvSpPr>
        <p:spPr/>
        <p:txBody>
          <a:bodyPr rtlCol="0"/>
          <a:lstStyle/>
          <a:p>
            <a:pPr rtl="0"/>
            <a:fld id="{DD84031F-D6BF-4677-B12E-7D8B88BA70F7}" type="slidenum">
              <a:rPr lang="en-US" smtClean="0"/>
              <a:t>‹n°›</a:t>
            </a:fld>
            <a:endParaRPr lang="en-US"/>
          </a:p>
        </p:txBody>
      </p:sp>
      <p:cxnSp>
        <p:nvCxnSpPr>
          <p:cNvPr id="12" name="Connecteur droit 11">
            <a:extLst>
              <a:ext uri="{FF2B5EF4-FFF2-40B4-BE49-F238E27FC236}">
                <a16:creationId xmlns:a16="http://schemas.microsoft.com/office/drawing/2014/main" id="{D4CDCB79-1025-8102-1BC6-378AB173CBFF}"/>
              </a:ext>
            </a:extLst>
          </p:cNvPr>
          <p:cNvCxnSpPr>
            <a:cxnSpLocks/>
          </p:cNvCxnSpPr>
          <p:nvPr/>
        </p:nvCxnSpPr>
        <p:spPr>
          <a:xfrm>
            <a:off x="533400" y="5184424"/>
            <a:ext cx="11125200"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11" name="Connecteur droit 10">
            <a:extLst>
              <a:ext uri="{FF2B5EF4-FFF2-40B4-BE49-F238E27FC236}">
                <a16:creationId xmlns:a16="http://schemas.microsoft.com/office/drawing/2014/main" id="{CEF23CAD-F5FD-3FB3-B413-1F54592B07E7}"/>
              </a:ext>
            </a:extLst>
          </p:cNvPr>
          <p:cNvCxnSpPr>
            <a:cxnSpLocks/>
          </p:cNvCxnSpPr>
          <p:nvPr/>
        </p:nvCxnSpPr>
        <p:spPr>
          <a:xfrm>
            <a:off x="533400" y="6324600"/>
            <a:ext cx="11125200"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85752177"/>
      </p:ext>
    </p:extLst>
  </p:cSld>
  <p:clrMapOvr>
    <a:overrideClrMapping bg1="lt1" tx1="dk1" bg2="lt2" tx2="dk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Titre 3">
    <p:bg>
      <p:bgPr>
        <a:solidFill>
          <a:schemeClr val="accent1"/>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A24DF58-285B-E151-006A-D88C36BBB753}"/>
              </a:ext>
            </a:extLst>
          </p:cNvPr>
          <p:cNvSpPr>
            <a:spLocks noGrp="1"/>
          </p:cNvSpPr>
          <p:nvPr>
            <p:ph type="ctrTitle"/>
          </p:nvPr>
        </p:nvSpPr>
        <p:spPr>
          <a:xfrm>
            <a:off x="402336" y="765750"/>
            <a:ext cx="9635668" cy="3528339"/>
          </a:xfrm>
        </p:spPr>
        <p:txBody>
          <a:bodyPr vert="horz" lIns="91440" tIns="45720" rIns="91440" bIns="45720" rtlCol="0" anchor="t">
            <a:normAutofit/>
          </a:bodyPr>
          <a:lstStyle>
            <a:lvl1pPr>
              <a:defRPr lang="en-US" sz="8800" dirty="0">
                <a:solidFill>
                  <a:schemeClr val="tx1"/>
                </a:solidFill>
              </a:defRPr>
            </a:lvl1pPr>
          </a:lstStyle>
          <a:p>
            <a:pPr lvl="0" rtl="0"/>
            <a:r>
              <a:rPr lang="fr"/>
              <a:t>Modifiez le style du titre</a:t>
            </a:r>
            <a:endParaRPr lang="en-US" dirty="0"/>
          </a:p>
        </p:txBody>
      </p:sp>
      <p:sp>
        <p:nvSpPr>
          <p:cNvPr id="3" name="Sous-titre 2">
            <a:extLst>
              <a:ext uri="{FF2B5EF4-FFF2-40B4-BE49-F238E27FC236}">
                <a16:creationId xmlns:a16="http://schemas.microsoft.com/office/drawing/2014/main" id="{F9206861-2B51-5BD1-EB7B-C21E31ED4CF6}"/>
              </a:ext>
            </a:extLst>
          </p:cNvPr>
          <p:cNvSpPr>
            <a:spLocks noGrp="1"/>
          </p:cNvSpPr>
          <p:nvPr>
            <p:ph type="subTitle" idx="1"/>
          </p:nvPr>
        </p:nvSpPr>
        <p:spPr>
          <a:xfrm>
            <a:off x="434857" y="5184425"/>
            <a:ext cx="10575756" cy="1153220"/>
          </a:xfrm>
        </p:spPr>
        <p:txBody>
          <a:bodyPr vert="horz" lIns="91440" tIns="45720" rIns="91440" bIns="45720" rtlCol="0" anchor="ctr">
            <a:normAutofit/>
          </a:bodyPr>
          <a:lstStyle>
            <a:lvl1pPr marL="0" indent="0">
              <a:buNone/>
              <a:defRPr lang="en-US" dirty="0">
                <a:solidFill>
                  <a:schemeClr val="tx1"/>
                </a:solidFill>
              </a:defRPr>
            </a:lvl1pPr>
          </a:lstStyle>
          <a:p>
            <a:pPr lvl="0" rtl="0"/>
            <a:r>
              <a:rPr lang="fr"/>
              <a:t>Modifiez le style des sous-titres du masque</a:t>
            </a:r>
            <a:endParaRPr lang="en-US" dirty="0"/>
          </a:p>
        </p:txBody>
      </p:sp>
      <p:sp>
        <p:nvSpPr>
          <p:cNvPr id="5" name="Espace réservé du pied de page 4">
            <a:extLst>
              <a:ext uri="{FF2B5EF4-FFF2-40B4-BE49-F238E27FC236}">
                <a16:creationId xmlns:a16="http://schemas.microsoft.com/office/drawing/2014/main" id="{822DDD77-F8A9-7EC7-8615-6A38937CE728}"/>
              </a:ext>
            </a:extLst>
          </p:cNvPr>
          <p:cNvSpPr>
            <a:spLocks noGrp="1"/>
          </p:cNvSpPr>
          <p:nvPr>
            <p:ph type="ftr" sz="quarter" idx="11"/>
          </p:nvPr>
        </p:nvSpPr>
        <p:spPr/>
        <p:txBody>
          <a:bodyPr rtlCol="0"/>
          <a:lstStyle>
            <a:lvl1pPr>
              <a:defRPr>
                <a:solidFill>
                  <a:schemeClr val="tx1"/>
                </a:solidFill>
              </a:defRPr>
            </a:lvl1pPr>
          </a:lstStyle>
          <a:p>
            <a:pPr rtl="0"/>
            <a:r>
              <a:rPr lang="fr"/>
              <a:t>Exemple de Texte de Pied de page</a:t>
            </a:r>
          </a:p>
        </p:txBody>
      </p:sp>
      <p:sp>
        <p:nvSpPr>
          <p:cNvPr id="4" name="Espace réservé de la date 3">
            <a:extLst>
              <a:ext uri="{FF2B5EF4-FFF2-40B4-BE49-F238E27FC236}">
                <a16:creationId xmlns:a16="http://schemas.microsoft.com/office/drawing/2014/main" id="{098AB215-86A6-6EC5-BC27-7962FA84A1AE}"/>
              </a:ext>
            </a:extLst>
          </p:cNvPr>
          <p:cNvSpPr>
            <a:spLocks noGrp="1"/>
          </p:cNvSpPr>
          <p:nvPr>
            <p:ph type="dt" sz="half" idx="10"/>
          </p:nvPr>
        </p:nvSpPr>
        <p:spPr/>
        <p:txBody>
          <a:bodyPr rtlCol="0"/>
          <a:lstStyle>
            <a:lvl1pPr>
              <a:defRPr>
                <a:solidFill>
                  <a:schemeClr val="tx1"/>
                </a:solidFill>
              </a:defRPr>
            </a:lvl1pPr>
          </a:lstStyle>
          <a:p>
            <a:pPr rtl="0"/>
            <a:r>
              <a:rPr lang="en-US"/>
              <a:t>4/8/2025</a:t>
            </a:r>
          </a:p>
        </p:txBody>
      </p:sp>
      <p:sp>
        <p:nvSpPr>
          <p:cNvPr id="6" name="Espace réservé du numéro de diapositive 5">
            <a:extLst>
              <a:ext uri="{FF2B5EF4-FFF2-40B4-BE49-F238E27FC236}">
                <a16:creationId xmlns:a16="http://schemas.microsoft.com/office/drawing/2014/main" id="{4360CECF-E526-1422-4780-123B6B1E96C9}"/>
              </a:ext>
            </a:extLst>
          </p:cNvPr>
          <p:cNvSpPr>
            <a:spLocks noGrp="1"/>
          </p:cNvSpPr>
          <p:nvPr>
            <p:ph type="sldNum" sz="quarter" idx="12"/>
          </p:nvPr>
        </p:nvSpPr>
        <p:spPr/>
        <p:txBody>
          <a:bodyPr rtlCol="0"/>
          <a:lstStyle>
            <a:lvl1pPr>
              <a:defRPr>
                <a:solidFill>
                  <a:schemeClr val="tx1"/>
                </a:solidFill>
              </a:defRPr>
            </a:lvl1pPr>
          </a:lstStyle>
          <a:p>
            <a:pPr rtl="0"/>
            <a:fld id="{DD84031F-D6BF-4677-B12E-7D8B88BA70F7}" type="slidenum">
              <a:rPr lang="en-US" smtClean="0"/>
              <a:t>‹n°›</a:t>
            </a:fld>
            <a:endParaRPr lang="en-US"/>
          </a:p>
        </p:txBody>
      </p:sp>
      <p:cxnSp>
        <p:nvCxnSpPr>
          <p:cNvPr id="11" name="Connecteur droit 10">
            <a:extLst>
              <a:ext uri="{FF2B5EF4-FFF2-40B4-BE49-F238E27FC236}">
                <a16:creationId xmlns:a16="http://schemas.microsoft.com/office/drawing/2014/main" id="{3817982C-A325-8307-2486-3AD646261E04}"/>
              </a:ext>
            </a:extLst>
          </p:cNvPr>
          <p:cNvCxnSpPr>
            <a:cxnSpLocks/>
          </p:cNvCxnSpPr>
          <p:nvPr/>
        </p:nvCxnSpPr>
        <p:spPr>
          <a:xfrm>
            <a:off x="533400" y="533538"/>
            <a:ext cx="11127005" cy="0"/>
          </a:xfrm>
          <a:prstGeom prst="line">
            <a:avLst/>
          </a:prstGeom>
          <a:ln w="603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9" name="Connecteur droit 8">
            <a:extLst>
              <a:ext uri="{FF2B5EF4-FFF2-40B4-BE49-F238E27FC236}">
                <a16:creationId xmlns:a16="http://schemas.microsoft.com/office/drawing/2014/main" id="{2C02859D-9F11-5594-CFD3-C5FDE18CACB3}"/>
              </a:ext>
            </a:extLst>
          </p:cNvPr>
          <p:cNvCxnSpPr>
            <a:cxnSpLocks/>
          </p:cNvCxnSpPr>
          <p:nvPr/>
        </p:nvCxnSpPr>
        <p:spPr>
          <a:xfrm>
            <a:off x="533400" y="5169248"/>
            <a:ext cx="11127005"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2" name="Connecteur droit 11">
            <a:extLst>
              <a:ext uri="{FF2B5EF4-FFF2-40B4-BE49-F238E27FC236}">
                <a16:creationId xmlns:a16="http://schemas.microsoft.com/office/drawing/2014/main" id="{6A0AD802-2887-3310-1453-789DB76F58DF}"/>
              </a:ext>
            </a:extLst>
          </p:cNvPr>
          <p:cNvCxnSpPr>
            <a:cxnSpLocks/>
          </p:cNvCxnSpPr>
          <p:nvPr/>
        </p:nvCxnSpPr>
        <p:spPr>
          <a:xfrm>
            <a:off x="533400" y="6330811"/>
            <a:ext cx="11119945"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976370043"/>
      </p:ext>
    </p:extLst>
  </p:cSld>
  <p:clrMapOvr>
    <a:overrideClrMapping bg1="dk1" tx1="lt1" bg2="dk2" tx2="lt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En-tête de section">
    <p:bg>
      <p:bgPr>
        <a:solidFill>
          <a:schemeClr val="accent1"/>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892EA34-13CC-54C1-DE3D-4F1D5D55C9A7}"/>
              </a:ext>
            </a:extLst>
          </p:cNvPr>
          <p:cNvSpPr>
            <a:spLocks noGrp="1"/>
          </p:cNvSpPr>
          <p:nvPr>
            <p:ph type="title"/>
          </p:nvPr>
        </p:nvSpPr>
        <p:spPr>
          <a:xfrm>
            <a:off x="426997" y="3018408"/>
            <a:ext cx="8961120" cy="3247475"/>
          </a:xfrm>
        </p:spPr>
        <p:txBody>
          <a:bodyPr rtlCol="0" anchor="b">
            <a:normAutofit/>
          </a:bodyPr>
          <a:lstStyle>
            <a:lvl1pPr>
              <a:defRPr sz="6600">
                <a:solidFill>
                  <a:schemeClr val="tx1"/>
                </a:solidFill>
              </a:defRPr>
            </a:lvl1pPr>
          </a:lstStyle>
          <a:p>
            <a:pPr rtl="0"/>
            <a:r>
              <a:rPr lang="fr"/>
              <a:t>Modifiez le style du titre</a:t>
            </a:r>
            <a:endParaRPr lang="en-US" dirty="0"/>
          </a:p>
        </p:txBody>
      </p:sp>
      <p:sp>
        <p:nvSpPr>
          <p:cNvPr id="5" name="Espace réservé du pied de page 4">
            <a:extLst>
              <a:ext uri="{FF2B5EF4-FFF2-40B4-BE49-F238E27FC236}">
                <a16:creationId xmlns:a16="http://schemas.microsoft.com/office/drawing/2014/main" id="{9F1849E7-8E94-3B02-239C-AAB481596BFD}"/>
              </a:ext>
            </a:extLst>
          </p:cNvPr>
          <p:cNvSpPr>
            <a:spLocks noGrp="1"/>
          </p:cNvSpPr>
          <p:nvPr>
            <p:ph type="ftr" sz="quarter" idx="11"/>
          </p:nvPr>
        </p:nvSpPr>
        <p:spPr/>
        <p:txBody>
          <a:bodyPr rtlCol="0"/>
          <a:lstStyle>
            <a:lvl1pPr>
              <a:defRPr>
                <a:solidFill>
                  <a:schemeClr val="tx1"/>
                </a:solidFill>
              </a:defRPr>
            </a:lvl1pPr>
          </a:lstStyle>
          <a:p>
            <a:pPr rtl="0"/>
            <a:r>
              <a:rPr lang="fr"/>
              <a:t>Exemple de Texte de Pied de page</a:t>
            </a:r>
          </a:p>
        </p:txBody>
      </p:sp>
      <p:sp>
        <p:nvSpPr>
          <p:cNvPr id="4" name="Espace réservé de la date 3">
            <a:extLst>
              <a:ext uri="{FF2B5EF4-FFF2-40B4-BE49-F238E27FC236}">
                <a16:creationId xmlns:a16="http://schemas.microsoft.com/office/drawing/2014/main" id="{8F845713-EE4C-7615-B812-531C14CF0CA2}"/>
              </a:ext>
            </a:extLst>
          </p:cNvPr>
          <p:cNvSpPr>
            <a:spLocks noGrp="1"/>
          </p:cNvSpPr>
          <p:nvPr>
            <p:ph type="dt" sz="half" idx="10"/>
          </p:nvPr>
        </p:nvSpPr>
        <p:spPr/>
        <p:txBody>
          <a:bodyPr rtlCol="0"/>
          <a:lstStyle>
            <a:lvl1pPr>
              <a:defRPr>
                <a:solidFill>
                  <a:schemeClr val="tx1"/>
                </a:solidFill>
              </a:defRPr>
            </a:lvl1pPr>
          </a:lstStyle>
          <a:p>
            <a:pPr rtl="0"/>
            <a:r>
              <a:rPr lang="en-US"/>
              <a:t>4/8/2025</a:t>
            </a:r>
          </a:p>
        </p:txBody>
      </p:sp>
      <p:sp>
        <p:nvSpPr>
          <p:cNvPr id="6" name="Espace réservé du numéro de diapositive 5">
            <a:extLst>
              <a:ext uri="{FF2B5EF4-FFF2-40B4-BE49-F238E27FC236}">
                <a16:creationId xmlns:a16="http://schemas.microsoft.com/office/drawing/2014/main" id="{70644BD7-C050-D052-8408-65ADAAF674FF}"/>
              </a:ext>
            </a:extLst>
          </p:cNvPr>
          <p:cNvSpPr>
            <a:spLocks noGrp="1"/>
          </p:cNvSpPr>
          <p:nvPr>
            <p:ph type="sldNum" sz="quarter" idx="12"/>
          </p:nvPr>
        </p:nvSpPr>
        <p:spPr/>
        <p:txBody>
          <a:bodyPr rtlCol="0"/>
          <a:lstStyle>
            <a:lvl1pPr>
              <a:defRPr>
                <a:solidFill>
                  <a:schemeClr val="tx1"/>
                </a:solidFill>
              </a:defRPr>
            </a:lvl1pPr>
          </a:lstStyle>
          <a:p>
            <a:pPr rtl="0"/>
            <a:fld id="{DD84031F-D6BF-4677-B12E-7D8B88BA70F7}" type="slidenum">
              <a:rPr lang="en-US" smtClean="0"/>
              <a:t>‹n°›</a:t>
            </a:fld>
            <a:endParaRPr lang="en-US"/>
          </a:p>
        </p:txBody>
      </p:sp>
      <p:cxnSp>
        <p:nvCxnSpPr>
          <p:cNvPr id="7" name="Connecteur droit 6">
            <a:extLst>
              <a:ext uri="{FF2B5EF4-FFF2-40B4-BE49-F238E27FC236}">
                <a16:creationId xmlns:a16="http://schemas.microsoft.com/office/drawing/2014/main" id="{6FD05DD5-DCB7-49C7-5E41-2DBD8B73D6D2}"/>
              </a:ext>
            </a:extLst>
          </p:cNvPr>
          <p:cNvCxnSpPr>
            <a:cxnSpLocks/>
          </p:cNvCxnSpPr>
          <p:nvPr/>
        </p:nvCxnSpPr>
        <p:spPr>
          <a:xfrm>
            <a:off x="530646" y="531958"/>
            <a:ext cx="11127954"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8" name="Connecteur droit 7">
            <a:extLst>
              <a:ext uri="{FF2B5EF4-FFF2-40B4-BE49-F238E27FC236}">
                <a16:creationId xmlns:a16="http://schemas.microsoft.com/office/drawing/2014/main" id="{69FDA663-314D-CA26-DF41-CB3FDC0733F0}"/>
              </a:ext>
            </a:extLst>
          </p:cNvPr>
          <p:cNvCxnSpPr>
            <a:cxnSpLocks/>
          </p:cNvCxnSpPr>
          <p:nvPr/>
        </p:nvCxnSpPr>
        <p:spPr>
          <a:xfrm>
            <a:off x="533400" y="6324600"/>
            <a:ext cx="111252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80543190"/>
      </p:ext>
    </p:extLst>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Ordre du jour">
    <p:bg>
      <p:bgRef idx="1001">
        <a:schemeClr val="bg1"/>
      </p:bgRef>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E4019F8-742E-9EEF-F591-C9666AC32AF1}"/>
              </a:ext>
            </a:extLst>
          </p:cNvPr>
          <p:cNvSpPr>
            <a:spLocks noGrp="1"/>
          </p:cNvSpPr>
          <p:nvPr>
            <p:ph type="title"/>
          </p:nvPr>
        </p:nvSpPr>
        <p:spPr>
          <a:xfrm>
            <a:off x="402336" y="392851"/>
            <a:ext cx="7525512" cy="1882595"/>
          </a:xfrm>
        </p:spPr>
        <p:txBody>
          <a:bodyPr rtlCol="0" anchor="t">
            <a:normAutofit/>
          </a:bodyPr>
          <a:lstStyle>
            <a:lvl1pPr>
              <a:defRPr sz="6600">
                <a:solidFill>
                  <a:schemeClr val="accent1"/>
                </a:solidFill>
              </a:defRPr>
            </a:lvl1pPr>
          </a:lstStyle>
          <a:p>
            <a:pPr rtl="0"/>
            <a:r>
              <a:rPr lang="fr"/>
              <a:t>Modifiez le style du titre</a:t>
            </a:r>
            <a:endParaRPr lang="en-US" dirty="0"/>
          </a:p>
        </p:txBody>
      </p:sp>
      <p:sp>
        <p:nvSpPr>
          <p:cNvPr id="7" name="Espace réservé du contenu 6">
            <a:extLst>
              <a:ext uri="{FF2B5EF4-FFF2-40B4-BE49-F238E27FC236}">
                <a16:creationId xmlns:a16="http://schemas.microsoft.com/office/drawing/2014/main" id="{28C8B19A-6FC1-2B71-0BFB-9274CBF396B9}"/>
              </a:ext>
            </a:extLst>
          </p:cNvPr>
          <p:cNvSpPr>
            <a:spLocks noGrp="1"/>
          </p:cNvSpPr>
          <p:nvPr>
            <p:ph sz="quarter" idx="13"/>
          </p:nvPr>
        </p:nvSpPr>
        <p:spPr>
          <a:xfrm>
            <a:off x="434856" y="2502245"/>
            <a:ext cx="7492991" cy="3669956"/>
          </a:xfrm>
        </p:spPr>
        <p:txBody>
          <a:bodyPr vert="horz" lIns="91440" tIns="45720" rIns="91440" bIns="45720" rtlCol="0" anchor="t">
            <a:normAutofit/>
          </a:bodyPr>
          <a:lstStyle>
            <a:lvl1pPr marL="457200" indent="-457200">
              <a:buFont typeface="+mj-lt"/>
              <a:buAutoNum type="arabicPeriod"/>
              <a:defRPr lang="en-US" sz="2000" dirty="0"/>
            </a:lvl1pPr>
            <a:lvl2pPr marL="800100" indent="-342900">
              <a:buFont typeface="+mj-lt"/>
              <a:buAutoNum type="arabicPeriod"/>
              <a:defRPr lang="en-US" sz="1800" dirty="0"/>
            </a:lvl2pPr>
            <a:lvl3pPr marL="1257300" indent="-342900">
              <a:buFont typeface="+mj-lt"/>
              <a:buAutoNum type="arabicPeriod"/>
              <a:defRPr lang="en-US" sz="1600" dirty="0"/>
            </a:lvl3pPr>
            <a:lvl4pPr marL="1714500" indent="-342900">
              <a:buFont typeface="+mj-lt"/>
              <a:buAutoNum type="arabicPeriod"/>
              <a:defRPr lang="en-US" sz="1600" dirty="0"/>
            </a:lvl4pPr>
            <a:lvl5pPr marL="2171700" indent="-342900">
              <a:buFont typeface="+mj-lt"/>
              <a:buAutoNum type="arabicPeriod"/>
              <a:defRPr lang="en-US" sz="1600" dirty="0"/>
            </a:lvl5pPr>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endParaRPr lang="en-US" dirty="0"/>
          </a:p>
        </p:txBody>
      </p:sp>
      <p:sp>
        <p:nvSpPr>
          <p:cNvPr id="4" name="Espace réservé du pied de page 3">
            <a:extLst>
              <a:ext uri="{FF2B5EF4-FFF2-40B4-BE49-F238E27FC236}">
                <a16:creationId xmlns:a16="http://schemas.microsoft.com/office/drawing/2014/main" id="{0B12CFE6-D05E-5478-B3A4-81DC4DCD7410}"/>
              </a:ext>
            </a:extLst>
          </p:cNvPr>
          <p:cNvSpPr>
            <a:spLocks noGrp="1"/>
          </p:cNvSpPr>
          <p:nvPr>
            <p:ph type="ftr" sz="quarter" idx="11"/>
          </p:nvPr>
        </p:nvSpPr>
        <p:spPr/>
        <p:txBody>
          <a:bodyPr rtlCol="0"/>
          <a:lstStyle/>
          <a:p>
            <a:pPr rtl="0"/>
            <a:r>
              <a:rPr lang="fr"/>
              <a:t>Exemple de Texte de Pied de page</a:t>
            </a:r>
          </a:p>
        </p:txBody>
      </p:sp>
      <p:sp>
        <p:nvSpPr>
          <p:cNvPr id="3" name="Espace réservé de la date 2">
            <a:extLst>
              <a:ext uri="{FF2B5EF4-FFF2-40B4-BE49-F238E27FC236}">
                <a16:creationId xmlns:a16="http://schemas.microsoft.com/office/drawing/2014/main" id="{6CC77F2D-39D2-22F7-CF0B-39D63EBF00B7}"/>
              </a:ext>
            </a:extLst>
          </p:cNvPr>
          <p:cNvSpPr>
            <a:spLocks noGrp="1"/>
          </p:cNvSpPr>
          <p:nvPr>
            <p:ph type="dt" sz="half" idx="10"/>
          </p:nvPr>
        </p:nvSpPr>
        <p:spPr/>
        <p:txBody>
          <a:bodyPr rtlCol="0"/>
          <a:lstStyle/>
          <a:p>
            <a:pPr rtl="0"/>
            <a:r>
              <a:rPr lang="en-US"/>
              <a:t>4/8/2025</a:t>
            </a:r>
          </a:p>
        </p:txBody>
      </p:sp>
      <p:sp>
        <p:nvSpPr>
          <p:cNvPr id="5" name="Espace réservé du numéro de diapositive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rtlCol="0"/>
          <a:lstStyle/>
          <a:p>
            <a:pPr rtl="0"/>
            <a:fld id="{DD84031F-D6BF-4677-B12E-7D8B88BA70F7}" type="slidenum">
              <a:rPr lang="en-US" smtClean="0"/>
              <a:t>‹n°›</a:t>
            </a:fld>
            <a:endParaRPr lang="en-US"/>
          </a:p>
        </p:txBody>
      </p:sp>
    </p:spTree>
    <p:extLst>
      <p:ext uri="{BB962C8B-B14F-4D97-AF65-F5344CB8AC3E}">
        <p14:creationId xmlns:p14="http://schemas.microsoft.com/office/powerpoint/2010/main" val="594373688"/>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cSld name="Ordre du jour avec image">
    <p:bg>
      <p:bgRef idx="1001">
        <a:schemeClr val="bg1"/>
      </p:bgRef>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E4019F8-742E-9EEF-F591-C9666AC32AF1}"/>
              </a:ext>
            </a:extLst>
          </p:cNvPr>
          <p:cNvSpPr>
            <a:spLocks noGrp="1"/>
          </p:cNvSpPr>
          <p:nvPr>
            <p:ph type="title"/>
          </p:nvPr>
        </p:nvSpPr>
        <p:spPr>
          <a:xfrm>
            <a:off x="402336" y="401519"/>
            <a:ext cx="6516938" cy="2091068"/>
          </a:xfrm>
        </p:spPr>
        <p:txBody>
          <a:bodyPr rtlCol="0" anchor="t">
            <a:normAutofit/>
          </a:bodyPr>
          <a:lstStyle>
            <a:lvl1pPr>
              <a:defRPr sz="6600">
                <a:solidFill>
                  <a:schemeClr val="accent1"/>
                </a:solidFill>
              </a:defRPr>
            </a:lvl1pPr>
          </a:lstStyle>
          <a:p>
            <a:pPr rtl="0"/>
            <a:r>
              <a:rPr lang="fr"/>
              <a:t>Modifiez le style du titre</a:t>
            </a:r>
            <a:endParaRPr lang="en-US" dirty="0"/>
          </a:p>
        </p:txBody>
      </p:sp>
      <p:sp>
        <p:nvSpPr>
          <p:cNvPr id="7" name="Espace réservé du contenu 6">
            <a:extLst>
              <a:ext uri="{FF2B5EF4-FFF2-40B4-BE49-F238E27FC236}">
                <a16:creationId xmlns:a16="http://schemas.microsoft.com/office/drawing/2014/main" id="{28C8B19A-6FC1-2B71-0BFB-9274CBF396B9}"/>
              </a:ext>
            </a:extLst>
          </p:cNvPr>
          <p:cNvSpPr>
            <a:spLocks noGrp="1"/>
          </p:cNvSpPr>
          <p:nvPr>
            <p:ph sz="quarter" idx="13"/>
          </p:nvPr>
        </p:nvSpPr>
        <p:spPr>
          <a:xfrm>
            <a:off x="436526" y="2897442"/>
            <a:ext cx="6482747" cy="3279838"/>
          </a:xfrm>
        </p:spPr>
        <p:txBody>
          <a:bodyPr vert="horz" lIns="91440" tIns="45720" rIns="91440" bIns="45720" rtlCol="0">
            <a:normAutofit/>
          </a:bodyPr>
          <a:lstStyle>
            <a:lvl1pPr marL="457200" indent="-457200">
              <a:buFont typeface="+mj-lt"/>
              <a:buAutoNum type="arabicPeriod"/>
              <a:defRPr lang="en-US" sz="2000" dirty="0"/>
            </a:lvl1pPr>
            <a:lvl2pPr marL="800100" indent="-342900">
              <a:buFont typeface="+mj-lt"/>
              <a:buAutoNum type="arabicPeriod"/>
              <a:defRPr lang="en-US" sz="1800" dirty="0"/>
            </a:lvl2pPr>
            <a:lvl3pPr marL="1257300" indent="-342900">
              <a:buFont typeface="+mj-lt"/>
              <a:buAutoNum type="arabicPeriod"/>
              <a:defRPr lang="en-US" sz="1600" dirty="0"/>
            </a:lvl3pPr>
            <a:lvl4pPr marL="1714500" indent="-342900">
              <a:buFont typeface="+mj-lt"/>
              <a:buAutoNum type="arabicPeriod"/>
              <a:defRPr lang="en-US" sz="1600" dirty="0"/>
            </a:lvl4pPr>
            <a:lvl5pPr marL="2171700" indent="-342900">
              <a:buFont typeface="+mj-lt"/>
              <a:buAutoNum type="arabicPeriod"/>
              <a:defRPr lang="en-US" sz="1600" dirty="0"/>
            </a:lvl5pPr>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endParaRPr lang="en-US" dirty="0"/>
          </a:p>
        </p:txBody>
      </p:sp>
      <p:sp>
        <p:nvSpPr>
          <p:cNvPr id="4" name="Espace réservé du pied de page 3">
            <a:extLst>
              <a:ext uri="{FF2B5EF4-FFF2-40B4-BE49-F238E27FC236}">
                <a16:creationId xmlns:a16="http://schemas.microsoft.com/office/drawing/2014/main" id="{0B12CFE6-D05E-5478-B3A4-81DC4DCD7410}"/>
              </a:ext>
            </a:extLst>
          </p:cNvPr>
          <p:cNvSpPr>
            <a:spLocks noGrp="1"/>
          </p:cNvSpPr>
          <p:nvPr>
            <p:ph type="ftr" sz="quarter" idx="11"/>
          </p:nvPr>
        </p:nvSpPr>
        <p:spPr>
          <a:xfrm>
            <a:off x="402336" y="6426091"/>
            <a:ext cx="4303014" cy="365125"/>
          </a:xfrm>
        </p:spPr>
        <p:txBody>
          <a:bodyPr rtlCol="0"/>
          <a:lstStyle/>
          <a:p>
            <a:pPr rtl="0"/>
            <a:r>
              <a:rPr lang="fr"/>
              <a:t>Exemple de texte de pied de page</a:t>
            </a:r>
          </a:p>
        </p:txBody>
      </p:sp>
      <p:sp>
        <p:nvSpPr>
          <p:cNvPr id="3" name="Espace réservé de la date 2">
            <a:extLst>
              <a:ext uri="{FF2B5EF4-FFF2-40B4-BE49-F238E27FC236}">
                <a16:creationId xmlns:a16="http://schemas.microsoft.com/office/drawing/2014/main" id="{6CC77F2D-39D2-22F7-CF0B-39D63EBF00B7}"/>
              </a:ext>
            </a:extLst>
          </p:cNvPr>
          <p:cNvSpPr>
            <a:spLocks noGrp="1"/>
          </p:cNvSpPr>
          <p:nvPr>
            <p:ph type="dt" sz="half" idx="10"/>
          </p:nvPr>
        </p:nvSpPr>
        <p:spPr>
          <a:xfrm>
            <a:off x="4895850" y="6416667"/>
            <a:ext cx="1420310" cy="365125"/>
          </a:xfrm>
        </p:spPr>
        <p:txBody>
          <a:bodyPr rtlCol="0"/>
          <a:lstStyle/>
          <a:p>
            <a:pPr rtl="0"/>
            <a:r>
              <a:rPr lang="en-US"/>
              <a:t>4/8/2025</a:t>
            </a:r>
          </a:p>
        </p:txBody>
      </p:sp>
      <p:sp>
        <p:nvSpPr>
          <p:cNvPr id="5" name="Espace réservé du numéro de diapositive 4">
            <a:extLst>
              <a:ext uri="{FF2B5EF4-FFF2-40B4-BE49-F238E27FC236}">
                <a16:creationId xmlns:a16="http://schemas.microsoft.com/office/drawing/2014/main" id="{626B86D3-24E1-029E-BA22-9F17F9517D65}"/>
              </a:ext>
            </a:extLst>
          </p:cNvPr>
          <p:cNvSpPr>
            <a:spLocks noGrp="1"/>
          </p:cNvSpPr>
          <p:nvPr>
            <p:ph type="sldNum" sz="quarter" idx="12"/>
          </p:nvPr>
        </p:nvSpPr>
        <p:spPr>
          <a:xfrm>
            <a:off x="6316160" y="6416667"/>
            <a:ext cx="603114" cy="365125"/>
          </a:xfrm>
        </p:spPr>
        <p:txBody>
          <a:bodyPr rtlCol="0"/>
          <a:lstStyle/>
          <a:p>
            <a:pPr rtl="0"/>
            <a:fld id="{DD84031F-D6BF-4677-B12E-7D8B88BA70F7}" type="slidenum">
              <a:rPr lang="en-US" smtClean="0"/>
              <a:t>‹n°›</a:t>
            </a:fld>
            <a:endParaRPr lang="en-US"/>
          </a:p>
        </p:txBody>
      </p:sp>
      <p:sp>
        <p:nvSpPr>
          <p:cNvPr id="8" name="Espace réservé d’image 8">
            <a:extLst>
              <a:ext uri="{FF2B5EF4-FFF2-40B4-BE49-F238E27FC236}">
                <a16:creationId xmlns:a16="http://schemas.microsoft.com/office/drawing/2014/main" id="{FBFCD9F4-28CD-7877-8D0E-B6685E2A124F}"/>
              </a:ext>
            </a:extLst>
          </p:cNvPr>
          <p:cNvSpPr>
            <a:spLocks noGrp="1"/>
          </p:cNvSpPr>
          <p:nvPr>
            <p:ph type="pic" sz="quarter" idx="14" hasCustomPrompt="1"/>
          </p:nvPr>
        </p:nvSpPr>
        <p:spPr>
          <a:xfrm>
            <a:off x="7619999" y="0"/>
            <a:ext cx="4571999" cy="6857999"/>
          </a:xfrm>
          <a:blipFill>
            <a:blip r:embed="rId2">
              <a:alphaModFix amt="70000"/>
            </a:blip>
            <a:stretch>
              <a:fillRect/>
            </a:stretch>
          </a:blipFill>
          <a:effectLst>
            <a:outerShdw blurRad="203200" dist="12700" dir="7800000" algn="r" rotWithShape="0">
              <a:prstClr val="black">
                <a:alpha val="10000"/>
              </a:prstClr>
            </a:outerShdw>
          </a:effectLst>
        </p:spPr>
        <p:txBody>
          <a:bodyPr rtlCol="0"/>
          <a:lstStyle>
            <a:lvl1pPr marL="0" indent="0">
              <a:buNone/>
              <a:defRPr/>
            </a:lvl1pPr>
          </a:lstStyle>
          <a:p>
            <a:pPr rtl="0"/>
            <a:r>
              <a:rPr lang="fr"/>
              <a:t> </a:t>
            </a:r>
          </a:p>
        </p:txBody>
      </p:sp>
      <p:cxnSp>
        <p:nvCxnSpPr>
          <p:cNvPr id="9" name="Connecteur droit 8">
            <a:extLst>
              <a:ext uri="{FF2B5EF4-FFF2-40B4-BE49-F238E27FC236}">
                <a16:creationId xmlns:a16="http://schemas.microsoft.com/office/drawing/2014/main" id="{0E6481B7-DF51-286F-B976-0777FDDAC524}"/>
              </a:ext>
            </a:extLst>
          </p:cNvPr>
          <p:cNvCxnSpPr>
            <a:cxnSpLocks/>
          </p:cNvCxnSpPr>
          <p:nvPr/>
        </p:nvCxnSpPr>
        <p:spPr>
          <a:xfrm>
            <a:off x="530352" y="2670800"/>
            <a:ext cx="6402856" cy="0"/>
          </a:xfrm>
          <a:prstGeom prst="line">
            <a:avLst/>
          </a:prstGeom>
          <a:ln w="9525">
            <a:solidFill>
              <a:schemeClr val="tx1">
                <a:lumMod val="25000"/>
                <a:lumOff val="7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44034111"/>
      </p:ext>
    </p:extLst>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Ordre du jour avec Image 2">
    <p:bg>
      <p:bgRef idx="1001">
        <a:schemeClr val="bg1"/>
      </p:bgRef>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E4019F8-742E-9EEF-F591-C9666AC32AF1}"/>
              </a:ext>
            </a:extLst>
          </p:cNvPr>
          <p:cNvSpPr>
            <a:spLocks noGrp="1"/>
          </p:cNvSpPr>
          <p:nvPr>
            <p:ph type="title"/>
          </p:nvPr>
        </p:nvSpPr>
        <p:spPr>
          <a:xfrm>
            <a:off x="402336" y="3380188"/>
            <a:ext cx="4688732" cy="2313195"/>
          </a:xfrm>
        </p:spPr>
        <p:txBody>
          <a:bodyPr rtlCol="0" anchor="t">
            <a:normAutofit/>
          </a:bodyPr>
          <a:lstStyle>
            <a:lvl1pPr>
              <a:defRPr sz="5400">
                <a:solidFill>
                  <a:schemeClr val="accent1"/>
                </a:solidFill>
              </a:defRPr>
            </a:lvl1pPr>
          </a:lstStyle>
          <a:p>
            <a:pPr rtl="0"/>
            <a:r>
              <a:rPr lang="fr"/>
              <a:t>Modifiez le style du titre</a:t>
            </a:r>
            <a:endParaRPr lang="en-US" dirty="0"/>
          </a:p>
        </p:txBody>
      </p:sp>
      <p:sp>
        <p:nvSpPr>
          <p:cNvPr id="8" name="Espace réservé d’image 8">
            <a:extLst>
              <a:ext uri="{FF2B5EF4-FFF2-40B4-BE49-F238E27FC236}">
                <a16:creationId xmlns:a16="http://schemas.microsoft.com/office/drawing/2014/main" id="{E6BFF2B7-0DC8-E068-0F08-D1CF291F8EA2}"/>
              </a:ext>
            </a:extLst>
          </p:cNvPr>
          <p:cNvSpPr>
            <a:spLocks noGrp="1"/>
          </p:cNvSpPr>
          <p:nvPr>
            <p:ph type="pic" sz="quarter" idx="14" hasCustomPrompt="1"/>
          </p:nvPr>
        </p:nvSpPr>
        <p:spPr>
          <a:xfrm>
            <a:off x="0" y="0"/>
            <a:ext cx="12192000" cy="3041367"/>
          </a:xfrm>
          <a:blipFill>
            <a:blip r:embed="rId2">
              <a:alphaModFix amt="70000"/>
            </a:blip>
            <a:stretch>
              <a:fillRect/>
            </a:stretch>
          </a:blipFill>
          <a:effectLst>
            <a:outerShdw blurRad="203200" dist="12700" dir="7800000" algn="r" rotWithShape="0">
              <a:prstClr val="black">
                <a:alpha val="10000"/>
              </a:prstClr>
            </a:outerShdw>
          </a:effectLst>
        </p:spPr>
        <p:txBody>
          <a:bodyPr rtlCol="0"/>
          <a:lstStyle>
            <a:lvl1pPr marL="0" indent="0">
              <a:buNone/>
              <a:defRPr/>
            </a:lvl1pPr>
          </a:lstStyle>
          <a:p>
            <a:pPr rtl="0"/>
            <a:r>
              <a:rPr lang="fr"/>
              <a:t> </a:t>
            </a:r>
          </a:p>
        </p:txBody>
      </p:sp>
      <p:sp>
        <p:nvSpPr>
          <p:cNvPr id="7" name="Espace réservé du contenu 6">
            <a:extLst>
              <a:ext uri="{FF2B5EF4-FFF2-40B4-BE49-F238E27FC236}">
                <a16:creationId xmlns:a16="http://schemas.microsoft.com/office/drawing/2014/main" id="{28C8B19A-6FC1-2B71-0BFB-9274CBF396B9}"/>
              </a:ext>
            </a:extLst>
          </p:cNvPr>
          <p:cNvSpPr>
            <a:spLocks noGrp="1"/>
          </p:cNvSpPr>
          <p:nvPr>
            <p:ph sz="quarter" idx="13"/>
          </p:nvPr>
        </p:nvSpPr>
        <p:spPr>
          <a:xfrm>
            <a:off x="5638800" y="3363190"/>
            <a:ext cx="6029721" cy="2759316"/>
          </a:xfrm>
        </p:spPr>
        <p:txBody>
          <a:bodyPr vert="horz" lIns="91440" tIns="45720" rIns="91440" bIns="45720" rtlCol="0">
            <a:normAutofit/>
          </a:bodyPr>
          <a:lstStyle>
            <a:lvl1pPr marL="457200" indent="-457200">
              <a:buFont typeface="+mj-lt"/>
              <a:buAutoNum type="arabicPeriod"/>
              <a:defRPr lang="en-US" sz="2000" dirty="0"/>
            </a:lvl1pPr>
            <a:lvl2pPr marL="800100" indent="-342900">
              <a:buFont typeface="+mj-lt"/>
              <a:buAutoNum type="arabicPeriod"/>
              <a:defRPr lang="en-US" sz="1800" dirty="0"/>
            </a:lvl2pPr>
            <a:lvl3pPr marL="1257300" indent="-342900">
              <a:buFont typeface="+mj-lt"/>
              <a:buAutoNum type="arabicPeriod"/>
              <a:defRPr lang="en-US" sz="1600" dirty="0"/>
            </a:lvl3pPr>
            <a:lvl4pPr marL="1714500" indent="-342900">
              <a:buFont typeface="+mj-lt"/>
              <a:buAutoNum type="arabicPeriod"/>
              <a:defRPr lang="en-US" sz="1600" dirty="0"/>
            </a:lvl4pPr>
            <a:lvl5pPr marL="2171700" indent="-342900">
              <a:buFont typeface="+mj-lt"/>
              <a:buAutoNum type="arabicPeriod"/>
              <a:defRPr lang="en-US" sz="1600" dirty="0"/>
            </a:lvl5pPr>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endParaRPr lang="en-US" dirty="0"/>
          </a:p>
        </p:txBody>
      </p:sp>
      <p:sp>
        <p:nvSpPr>
          <p:cNvPr id="4" name="Espace réservé du pied de page 3">
            <a:extLst>
              <a:ext uri="{FF2B5EF4-FFF2-40B4-BE49-F238E27FC236}">
                <a16:creationId xmlns:a16="http://schemas.microsoft.com/office/drawing/2014/main" id="{0B12CFE6-D05E-5478-B3A4-81DC4DCD7410}"/>
              </a:ext>
            </a:extLst>
          </p:cNvPr>
          <p:cNvSpPr>
            <a:spLocks noGrp="1"/>
          </p:cNvSpPr>
          <p:nvPr>
            <p:ph type="ftr" sz="quarter" idx="11"/>
          </p:nvPr>
        </p:nvSpPr>
        <p:spPr/>
        <p:txBody>
          <a:bodyPr rtlCol="0"/>
          <a:lstStyle/>
          <a:p>
            <a:pPr rtl="0"/>
            <a:r>
              <a:rPr lang="fr"/>
              <a:t>Exemple de Texte de Pied de page</a:t>
            </a:r>
          </a:p>
        </p:txBody>
      </p:sp>
      <p:sp>
        <p:nvSpPr>
          <p:cNvPr id="3" name="Espace réservé de la date 2">
            <a:extLst>
              <a:ext uri="{FF2B5EF4-FFF2-40B4-BE49-F238E27FC236}">
                <a16:creationId xmlns:a16="http://schemas.microsoft.com/office/drawing/2014/main" id="{6CC77F2D-39D2-22F7-CF0B-39D63EBF00B7}"/>
              </a:ext>
            </a:extLst>
          </p:cNvPr>
          <p:cNvSpPr>
            <a:spLocks noGrp="1"/>
          </p:cNvSpPr>
          <p:nvPr>
            <p:ph type="dt" sz="half" idx="10"/>
          </p:nvPr>
        </p:nvSpPr>
        <p:spPr/>
        <p:txBody>
          <a:bodyPr rtlCol="0"/>
          <a:lstStyle/>
          <a:p>
            <a:pPr rtl="0"/>
            <a:r>
              <a:rPr lang="en-US"/>
              <a:t>4/8/2025</a:t>
            </a:r>
          </a:p>
        </p:txBody>
      </p:sp>
      <p:sp>
        <p:nvSpPr>
          <p:cNvPr id="5" name="Espace réservé du numéro de diapositive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rtlCol="0"/>
          <a:lstStyle/>
          <a:p>
            <a:pPr rtl="0"/>
            <a:fld id="{DD84031F-D6BF-4677-B12E-7D8B88BA70F7}" type="slidenum">
              <a:rPr lang="en-US" smtClean="0"/>
              <a:t>‹n°›</a:t>
            </a:fld>
            <a:endParaRPr lang="en-US"/>
          </a:p>
        </p:txBody>
      </p:sp>
      <p:cxnSp>
        <p:nvCxnSpPr>
          <p:cNvPr id="11" name="Connecteur droit 10">
            <a:extLst>
              <a:ext uri="{FF2B5EF4-FFF2-40B4-BE49-F238E27FC236}">
                <a16:creationId xmlns:a16="http://schemas.microsoft.com/office/drawing/2014/main" id="{A4981961-B802-677C-4957-E24CA14D5E6D}"/>
              </a:ext>
            </a:extLst>
          </p:cNvPr>
          <p:cNvCxnSpPr>
            <a:cxnSpLocks/>
          </p:cNvCxnSpPr>
          <p:nvPr/>
        </p:nvCxnSpPr>
        <p:spPr>
          <a:xfrm>
            <a:off x="533400" y="6324600"/>
            <a:ext cx="11125200" cy="0"/>
          </a:xfrm>
          <a:prstGeom prst="line">
            <a:avLst/>
          </a:prstGeom>
          <a:ln w="9525">
            <a:solidFill>
              <a:schemeClr val="tx1">
                <a:lumMod val="25000"/>
                <a:lumOff val="7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19673271"/>
      </p:ext>
    </p:extLst>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obj" preserve="1">
  <p:cSld name="Contenu 2">
    <p:bg>
      <p:bgRef idx="1001">
        <a:schemeClr val="bg1"/>
      </p:bgRef>
    </p:bg>
    <p:spTree>
      <p:nvGrpSpPr>
        <p:cNvPr id="1" name=""/>
        <p:cNvGrpSpPr/>
        <p:nvPr/>
      </p:nvGrpSpPr>
      <p:grpSpPr>
        <a:xfrm>
          <a:off x="0" y="0"/>
          <a:ext cx="0" cy="0"/>
          <a:chOff x="0" y="0"/>
          <a:chExt cx="0" cy="0"/>
        </a:xfrm>
      </p:grpSpPr>
      <p:cxnSp>
        <p:nvCxnSpPr>
          <p:cNvPr id="7" name="Connecteur droit 6">
            <a:extLst>
              <a:ext uri="{FF2B5EF4-FFF2-40B4-BE49-F238E27FC236}">
                <a16:creationId xmlns:a16="http://schemas.microsoft.com/office/drawing/2014/main" id="{0107B931-214A-9578-5A7A-FDEB9ADB5080}"/>
              </a:ext>
            </a:extLst>
          </p:cNvPr>
          <p:cNvCxnSpPr>
            <a:cxnSpLocks/>
          </p:cNvCxnSpPr>
          <p:nvPr/>
        </p:nvCxnSpPr>
        <p:spPr>
          <a:xfrm>
            <a:off x="3751277" y="2791386"/>
            <a:ext cx="4689446"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
        <p:nvSpPr>
          <p:cNvPr id="2" name="Titre 1">
            <a:extLst>
              <a:ext uri="{FF2B5EF4-FFF2-40B4-BE49-F238E27FC236}">
                <a16:creationId xmlns:a16="http://schemas.microsoft.com/office/drawing/2014/main" id="{EC7A09BB-8293-7DED-F5BF-8F3DA4B5760B}"/>
              </a:ext>
            </a:extLst>
          </p:cNvPr>
          <p:cNvSpPr>
            <a:spLocks noGrp="1"/>
          </p:cNvSpPr>
          <p:nvPr>
            <p:ph type="title"/>
          </p:nvPr>
        </p:nvSpPr>
        <p:spPr>
          <a:xfrm>
            <a:off x="3550862" y="1429789"/>
            <a:ext cx="5090277" cy="1196713"/>
          </a:xfrm>
        </p:spPr>
        <p:txBody>
          <a:bodyPr rtlCol="0" anchor="b"/>
          <a:lstStyle>
            <a:lvl1pPr algn="ctr">
              <a:defRPr/>
            </a:lvl1pPr>
          </a:lstStyle>
          <a:p>
            <a:pPr rtl="0"/>
            <a:r>
              <a:rPr lang="fr"/>
              <a:t>Modifiez le style du titre</a:t>
            </a:r>
            <a:endParaRPr lang="en-US" dirty="0"/>
          </a:p>
        </p:txBody>
      </p:sp>
      <p:sp>
        <p:nvSpPr>
          <p:cNvPr id="3" name="Espace réservé du contenu 2">
            <a:extLst>
              <a:ext uri="{FF2B5EF4-FFF2-40B4-BE49-F238E27FC236}">
                <a16:creationId xmlns:a16="http://schemas.microsoft.com/office/drawing/2014/main" id="{1D0AB536-3625-6C4C-BCE1-4533963FDEC5}"/>
              </a:ext>
            </a:extLst>
          </p:cNvPr>
          <p:cNvSpPr>
            <a:spLocks noGrp="1"/>
          </p:cNvSpPr>
          <p:nvPr>
            <p:ph idx="1"/>
          </p:nvPr>
        </p:nvSpPr>
        <p:spPr>
          <a:xfrm>
            <a:off x="3676880" y="2999629"/>
            <a:ext cx="4838241" cy="2195823"/>
          </a:xfrm>
        </p:spPr>
        <p:txBody>
          <a:bodyPr rtlCol="0"/>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endParaRPr lang="en-US" dirty="0"/>
          </a:p>
        </p:txBody>
      </p:sp>
      <p:sp>
        <p:nvSpPr>
          <p:cNvPr id="5" name="Espace réservé du pied de page 4">
            <a:extLst>
              <a:ext uri="{FF2B5EF4-FFF2-40B4-BE49-F238E27FC236}">
                <a16:creationId xmlns:a16="http://schemas.microsoft.com/office/drawing/2014/main" id="{B97D1377-BC65-5D42-5EC9-BECE6F765322}"/>
              </a:ext>
            </a:extLst>
          </p:cNvPr>
          <p:cNvSpPr>
            <a:spLocks noGrp="1"/>
          </p:cNvSpPr>
          <p:nvPr>
            <p:ph type="ftr" sz="quarter" idx="11"/>
          </p:nvPr>
        </p:nvSpPr>
        <p:spPr/>
        <p:txBody>
          <a:bodyPr rtlCol="0"/>
          <a:lstStyle/>
          <a:p>
            <a:pPr rtl="0"/>
            <a:r>
              <a:rPr lang="fr"/>
              <a:t>Exemple de Texte de Pied de page</a:t>
            </a:r>
          </a:p>
        </p:txBody>
      </p:sp>
      <p:sp>
        <p:nvSpPr>
          <p:cNvPr id="4" name="Espace réservé de la date 3">
            <a:extLst>
              <a:ext uri="{FF2B5EF4-FFF2-40B4-BE49-F238E27FC236}">
                <a16:creationId xmlns:a16="http://schemas.microsoft.com/office/drawing/2014/main" id="{0EEF9179-12AA-40A3-63A0-84A6ED06611F}"/>
              </a:ext>
            </a:extLst>
          </p:cNvPr>
          <p:cNvSpPr>
            <a:spLocks noGrp="1"/>
          </p:cNvSpPr>
          <p:nvPr>
            <p:ph type="dt" sz="half" idx="10"/>
          </p:nvPr>
        </p:nvSpPr>
        <p:spPr/>
        <p:txBody>
          <a:bodyPr rtlCol="0"/>
          <a:lstStyle/>
          <a:p>
            <a:pPr rtl="0"/>
            <a:r>
              <a:rPr lang="en-US"/>
              <a:t>4/8/2025</a:t>
            </a:r>
          </a:p>
        </p:txBody>
      </p:sp>
      <p:sp>
        <p:nvSpPr>
          <p:cNvPr id="6" name="Espace réservé du numéro de diapositive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rtlCol="0"/>
          <a:lstStyle/>
          <a:p>
            <a:pPr rtl="0"/>
            <a:fld id="{DD84031F-D6BF-4677-B12E-7D8B88BA70F7}" type="slidenum">
              <a:rPr lang="en-US" smtClean="0"/>
              <a:t>‹n°›</a:t>
            </a:fld>
            <a:endParaRPr lang="en-US"/>
          </a:p>
        </p:txBody>
      </p:sp>
    </p:spTree>
    <p:extLst>
      <p:ext uri="{BB962C8B-B14F-4D97-AF65-F5344CB8AC3E}">
        <p14:creationId xmlns:p14="http://schemas.microsoft.com/office/powerpoint/2010/main" val="3469396687"/>
      </p:ext>
    </p:extLst>
  </p:cSld>
  <p:clrMapOvr>
    <a:overrideClrMapping bg1="lt1" tx1="dk1" bg2="lt2" tx2="dk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obj" preserve="1">
  <p:cSld name="Contenu 3">
    <p:bg>
      <p:bgRef idx="1001">
        <a:schemeClr val="bg1"/>
      </p:bgRef>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C7A09BB-8293-7DED-F5BF-8F3DA4B5760B}"/>
              </a:ext>
            </a:extLst>
          </p:cNvPr>
          <p:cNvSpPr>
            <a:spLocks noGrp="1"/>
          </p:cNvSpPr>
          <p:nvPr>
            <p:ph type="title"/>
          </p:nvPr>
        </p:nvSpPr>
        <p:spPr>
          <a:xfrm>
            <a:off x="1303089" y="1673352"/>
            <a:ext cx="3360352" cy="2324365"/>
          </a:xfrm>
        </p:spPr>
        <p:txBody>
          <a:bodyPr rtlCol="0" anchor="t"/>
          <a:lstStyle/>
          <a:p>
            <a:pPr rtl="0"/>
            <a:r>
              <a:rPr lang="fr"/>
              <a:t>Modifiez le style du titre</a:t>
            </a:r>
            <a:endParaRPr lang="en-US" dirty="0"/>
          </a:p>
        </p:txBody>
      </p:sp>
      <p:sp>
        <p:nvSpPr>
          <p:cNvPr id="3" name="Espace réservé du contenu 2">
            <a:extLst>
              <a:ext uri="{FF2B5EF4-FFF2-40B4-BE49-F238E27FC236}">
                <a16:creationId xmlns:a16="http://schemas.microsoft.com/office/drawing/2014/main" id="{1D0AB536-3625-6C4C-BCE1-4533963FDEC5}"/>
              </a:ext>
            </a:extLst>
          </p:cNvPr>
          <p:cNvSpPr>
            <a:spLocks noGrp="1"/>
          </p:cNvSpPr>
          <p:nvPr>
            <p:ph idx="1"/>
          </p:nvPr>
        </p:nvSpPr>
        <p:spPr>
          <a:xfrm>
            <a:off x="5103780" y="1673352"/>
            <a:ext cx="5785132" cy="2918754"/>
          </a:xfrm>
        </p:spPr>
        <p:txBody>
          <a:bodyPr rtlCol="0"/>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endParaRPr lang="en-US" dirty="0"/>
          </a:p>
        </p:txBody>
      </p:sp>
      <p:sp>
        <p:nvSpPr>
          <p:cNvPr id="5" name="Espace réservé du pied de page 4">
            <a:extLst>
              <a:ext uri="{FF2B5EF4-FFF2-40B4-BE49-F238E27FC236}">
                <a16:creationId xmlns:a16="http://schemas.microsoft.com/office/drawing/2014/main" id="{B97D1377-BC65-5D42-5EC9-BECE6F765322}"/>
              </a:ext>
            </a:extLst>
          </p:cNvPr>
          <p:cNvSpPr>
            <a:spLocks noGrp="1"/>
          </p:cNvSpPr>
          <p:nvPr>
            <p:ph type="ftr" sz="quarter" idx="11"/>
          </p:nvPr>
        </p:nvSpPr>
        <p:spPr/>
        <p:txBody>
          <a:bodyPr rtlCol="0"/>
          <a:lstStyle/>
          <a:p>
            <a:pPr rtl="0"/>
            <a:r>
              <a:rPr lang="fr"/>
              <a:t>Exemple de Texte de Pied de page</a:t>
            </a:r>
          </a:p>
        </p:txBody>
      </p:sp>
      <p:sp>
        <p:nvSpPr>
          <p:cNvPr id="4" name="Espace réservé de la date 3">
            <a:extLst>
              <a:ext uri="{FF2B5EF4-FFF2-40B4-BE49-F238E27FC236}">
                <a16:creationId xmlns:a16="http://schemas.microsoft.com/office/drawing/2014/main" id="{0EEF9179-12AA-40A3-63A0-84A6ED06611F}"/>
              </a:ext>
            </a:extLst>
          </p:cNvPr>
          <p:cNvSpPr>
            <a:spLocks noGrp="1"/>
          </p:cNvSpPr>
          <p:nvPr>
            <p:ph type="dt" sz="half" idx="10"/>
          </p:nvPr>
        </p:nvSpPr>
        <p:spPr/>
        <p:txBody>
          <a:bodyPr rtlCol="0"/>
          <a:lstStyle/>
          <a:p>
            <a:pPr rtl="0"/>
            <a:r>
              <a:rPr lang="en-US"/>
              <a:t>4/8/2025</a:t>
            </a:r>
          </a:p>
        </p:txBody>
      </p:sp>
      <p:sp>
        <p:nvSpPr>
          <p:cNvPr id="6" name="Espace réservé du numéro de diapositive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rtlCol="0"/>
          <a:lstStyle/>
          <a:p>
            <a:pPr rtl="0"/>
            <a:fld id="{DD84031F-D6BF-4677-B12E-7D8B88BA70F7}" type="slidenum">
              <a:rPr lang="en-US" smtClean="0"/>
              <a:t>‹n°›</a:t>
            </a:fld>
            <a:endParaRPr lang="en-US"/>
          </a:p>
        </p:txBody>
      </p:sp>
      <p:cxnSp>
        <p:nvCxnSpPr>
          <p:cNvPr id="8" name="Connecteur droit 7">
            <a:extLst>
              <a:ext uri="{FF2B5EF4-FFF2-40B4-BE49-F238E27FC236}">
                <a16:creationId xmlns:a16="http://schemas.microsoft.com/office/drawing/2014/main" id="{A04E4891-5C32-2FDE-C242-EDBA3B5D1AC4}"/>
              </a:ext>
            </a:extLst>
          </p:cNvPr>
          <p:cNvCxnSpPr>
            <a:cxnSpLocks/>
          </p:cNvCxnSpPr>
          <p:nvPr/>
        </p:nvCxnSpPr>
        <p:spPr>
          <a:xfrm>
            <a:off x="530352" y="6345987"/>
            <a:ext cx="11159163"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862497176"/>
      </p:ext>
    </p:extLst>
  </p:cSld>
  <p:clrMapOvr>
    <a:overrideClrMapping bg1="lt1" tx1="dk1" bg2="lt2" tx2="dk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obj" preserve="1">
  <p:cSld name="Contenu 4">
    <p:bg>
      <p:bgRef idx="1001">
        <a:schemeClr val="bg1"/>
      </p:bgRef>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C7A09BB-8293-7DED-F5BF-8F3DA4B5760B}"/>
              </a:ext>
            </a:extLst>
          </p:cNvPr>
          <p:cNvSpPr>
            <a:spLocks noGrp="1"/>
          </p:cNvSpPr>
          <p:nvPr>
            <p:ph type="title"/>
          </p:nvPr>
        </p:nvSpPr>
        <p:spPr>
          <a:xfrm>
            <a:off x="419560" y="1399734"/>
            <a:ext cx="4136461" cy="2918754"/>
          </a:xfrm>
        </p:spPr>
        <p:txBody>
          <a:bodyPr rtlCol="0" anchor="t"/>
          <a:lstStyle/>
          <a:p>
            <a:pPr rtl="0"/>
            <a:r>
              <a:rPr lang="fr"/>
              <a:t>Modifiez le style du titre</a:t>
            </a:r>
            <a:endParaRPr lang="en-US" dirty="0"/>
          </a:p>
        </p:txBody>
      </p:sp>
      <p:sp>
        <p:nvSpPr>
          <p:cNvPr id="3" name="Espace réservé du contenu 2">
            <a:extLst>
              <a:ext uri="{FF2B5EF4-FFF2-40B4-BE49-F238E27FC236}">
                <a16:creationId xmlns:a16="http://schemas.microsoft.com/office/drawing/2014/main" id="{1D0AB536-3625-6C4C-BCE1-4533963FDEC5}"/>
              </a:ext>
            </a:extLst>
          </p:cNvPr>
          <p:cNvSpPr>
            <a:spLocks noGrp="1"/>
          </p:cNvSpPr>
          <p:nvPr>
            <p:ph idx="1"/>
          </p:nvPr>
        </p:nvSpPr>
        <p:spPr>
          <a:xfrm>
            <a:off x="5103780" y="1398419"/>
            <a:ext cx="6250020" cy="4114800"/>
          </a:xfrm>
        </p:spPr>
        <p:txBody>
          <a:bodyPr rtlCol="0"/>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endParaRPr lang="en-US" dirty="0"/>
          </a:p>
        </p:txBody>
      </p:sp>
      <p:sp>
        <p:nvSpPr>
          <p:cNvPr id="5" name="Espace réservé du pied de page 4">
            <a:extLst>
              <a:ext uri="{FF2B5EF4-FFF2-40B4-BE49-F238E27FC236}">
                <a16:creationId xmlns:a16="http://schemas.microsoft.com/office/drawing/2014/main" id="{B97D1377-BC65-5D42-5EC9-BECE6F765322}"/>
              </a:ext>
            </a:extLst>
          </p:cNvPr>
          <p:cNvSpPr>
            <a:spLocks noGrp="1"/>
          </p:cNvSpPr>
          <p:nvPr>
            <p:ph type="ftr" sz="quarter" idx="11"/>
          </p:nvPr>
        </p:nvSpPr>
        <p:spPr/>
        <p:txBody>
          <a:bodyPr rtlCol="0"/>
          <a:lstStyle/>
          <a:p>
            <a:pPr rtl="0"/>
            <a:r>
              <a:rPr lang="fr"/>
              <a:t>Exemple de Texte de Pied de page</a:t>
            </a:r>
          </a:p>
        </p:txBody>
      </p:sp>
      <p:sp>
        <p:nvSpPr>
          <p:cNvPr id="4" name="Espace réservé de la date 3">
            <a:extLst>
              <a:ext uri="{FF2B5EF4-FFF2-40B4-BE49-F238E27FC236}">
                <a16:creationId xmlns:a16="http://schemas.microsoft.com/office/drawing/2014/main" id="{0EEF9179-12AA-40A3-63A0-84A6ED06611F}"/>
              </a:ext>
            </a:extLst>
          </p:cNvPr>
          <p:cNvSpPr>
            <a:spLocks noGrp="1"/>
          </p:cNvSpPr>
          <p:nvPr>
            <p:ph type="dt" sz="half" idx="10"/>
          </p:nvPr>
        </p:nvSpPr>
        <p:spPr/>
        <p:txBody>
          <a:bodyPr rtlCol="0"/>
          <a:lstStyle/>
          <a:p>
            <a:pPr rtl="0"/>
            <a:r>
              <a:rPr lang="en-US"/>
              <a:t>4/8/2025</a:t>
            </a:r>
          </a:p>
        </p:txBody>
      </p:sp>
      <p:sp>
        <p:nvSpPr>
          <p:cNvPr id="6" name="Espace réservé du numéro de diapositive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rtlCol="0"/>
          <a:lstStyle/>
          <a:p>
            <a:pPr rtl="0"/>
            <a:fld id="{DD84031F-D6BF-4677-B12E-7D8B88BA70F7}" type="slidenum">
              <a:rPr lang="en-US" smtClean="0"/>
              <a:t>‹n°›</a:t>
            </a:fld>
            <a:endParaRPr lang="en-US"/>
          </a:p>
        </p:txBody>
      </p:sp>
      <p:cxnSp>
        <p:nvCxnSpPr>
          <p:cNvPr id="8" name="Connecteur droit 7">
            <a:extLst>
              <a:ext uri="{FF2B5EF4-FFF2-40B4-BE49-F238E27FC236}">
                <a16:creationId xmlns:a16="http://schemas.microsoft.com/office/drawing/2014/main" id="{A04E4891-5C32-2FDE-C242-EDBA3B5D1AC4}"/>
              </a:ext>
            </a:extLst>
          </p:cNvPr>
          <p:cNvCxnSpPr>
            <a:cxnSpLocks/>
          </p:cNvCxnSpPr>
          <p:nvPr/>
        </p:nvCxnSpPr>
        <p:spPr>
          <a:xfrm>
            <a:off x="530352" y="6322906"/>
            <a:ext cx="11159163"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50771977"/>
      </p:ext>
    </p:extLst>
  </p:cSld>
  <p:clrMapOvr>
    <a:overrideClrMapping bg1="lt1" tx1="dk1" bg2="lt2" tx2="dk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obj" preserve="1">
  <p:cSld name="Contenu 5">
    <p:bg>
      <p:bgRef idx="1001">
        <a:schemeClr val="bg1"/>
      </p:bgRef>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C7A09BB-8293-7DED-F5BF-8F3DA4B5760B}"/>
              </a:ext>
            </a:extLst>
          </p:cNvPr>
          <p:cNvSpPr>
            <a:spLocks noGrp="1"/>
          </p:cNvSpPr>
          <p:nvPr>
            <p:ph type="title"/>
          </p:nvPr>
        </p:nvSpPr>
        <p:spPr>
          <a:xfrm>
            <a:off x="422400" y="694944"/>
            <a:ext cx="3334120" cy="2734056"/>
          </a:xfrm>
        </p:spPr>
        <p:txBody>
          <a:bodyPr rtlCol="0" anchor="t"/>
          <a:lstStyle/>
          <a:p>
            <a:pPr rtl="0"/>
            <a:r>
              <a:rPr lang="fr"/>
              <a:t>Modifiez le style du titre</a:t>
            </a:r>
            <a:endParaRPr lang="en-US" dirty="0"/>
          </a:p>
        </p:txBody>
      </p:sp>
      <p:sp>
        <p:nvSpPr>
          <p:cNvPr id="3" name="Espace réservé du contenu 2">
            <a:extLst>
              <a:ext uri="{FF2B5EF4-FFF2-40B4-BE49-F238E27FC236}">
                <a16:creationId xmlns:a16="http://schemas.microsoft.com/office/drawing/2014/main" id="{1D0AB536-3625-6C4C-BCE1-4533963FDEC5}"/>
              </a:ext>
            </a:extLst>
          </p:cNvPr>
          <p:cNvSpPr>
            <a:spLocks noGrp="1"/>
          </p:cNvSpPr>
          <p:nvPr>
            <p:ph idx="1"/>
          </p:nvPr>
        </p:nvSpPr>
        <p:spPr>
          <a:xfrm>
            <a:off x="4229100" y="694943"/>
            <a:ext cx="7439421" cy="5486400"/>
          </a:xfrm>
        </p:spPr>
        <p:txBody>
          <a:bodyPr rtlCol="0"/>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endParaRPr lang="en-US" dirty="0"/>
          </a:p>
        </p:txBody>
      </p:sp>
      <p:sp>
        <p:nvSpPr>
          <p:cNvPr id="5" name="Espace réservé du pied de page 4">
            <a:extLst>
              <a:ext uri="{FF2B5EF4-FFF2-40B4-BE49-F238E27FC236}">
                <a16:creationId xmlns:a16="http://schemas.microsoft.com/office/drawing/2014/main" id="{B97D1377-BC65-5D42-5EC9-BECE6F765322}"/>
              </a:ext>
            </a:extLst>
          </p:cNvPr>
          <p:cNvSpPr>
            <a:spLocks noGrp="1"/>
          </p:cNvSpPr>
          <p:nvPr>
            <p:ph type="ftr" sz="quarter" idx="11"/>
          </p:nvPr>
        </p:nvSpPr>
        <p:spPr/>
        <p:txBody>
          <a:bodyPr rtlCol="0"/>
          <a:lstStyle/>
          <a:p>
            <a:pPr rtl="0"/>
            <a:r>
              <a:rPr lang="fr"/>
              <a:t>Exemple de Texte de Pied de page</a:t>
            </a:r>
          </a:p>
        </p:txBody>
      </p:sp>
      <p:sp>
        <p:nvSpPr>
          <p:cNvPr id="4" name="Espace réservé de la date 3">
            <a:extLst>
              <a:ext uri="{FF2B5EF4-FFF2-40B4-BE49-F238E27FC236}">
                <a16:creationId xmlns:a16="http://schemas.microsoft.com/office/drawing/2014/main" id="{0EEF9179-12AA-40A3-63A0-84A6ED06611F}"/>
              </a:ext>
            </a:extLst>
          </p:cNvPr>
          <p:cNvSpPr>
            <a:spLocks noGrp="1"/>
          </p:cNvSpPr>
          <p:nvPr>
            <p:ph type="dt" sz="half" idx="10"/>
          </p:nvPr>
        </p:nvSpPr>
        <p:spPr/>
        <p:txBody>
          <a:bodyPr rtlCol="0"/>
          <a:lstStyle/>
          <a:p>
            <a:pPr rtl="0"/>
            <a:r>
              <a:rPr lang="en-US"/>
              <a:t>4/8/2025</a:t>
            </a:r>
          </a:p>
        </p:txBody>
      </p:sp>
      <p:sp>
        <p:nvSpPr>
          <p:cNvPr id="6" name="Espace réservé du numéro de diapositive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rtlCol="0"/>
          <a:lstStyle/>
          <a:p>
            <a:pPr rtl="0"/>
            <a:fld id="{DD84031F-D6BF-4677-B12E-7D8B88BA70F7}" type="slidenum">
              <a:rPr lang="en-US" smtClean="0"/>
              <a:t>‹n°›</a:t>
            </a:fld>
            <a:endParaRPr lang="en-US"/>
          </a:p>
        </p:txBody>
      </p:sp>
      <p:cxnSp>
        <p:nvCxnSpPr>
          <p:cNvPr id="8" name="Connecteur droit 7">
            <a:extLst>
              <a:ext uri="{FF2B5EF4-FFF2-40B4-BE49-F238E27FC236}">
                <a16:creationId xmlns:a16="http://schemas.microsoft.com/office/drawing/2014/main" id="{A04E4891-5C32-2FDE-C242-EDBA3B5D1AC4}"/>
              </a:ext>
            </a:extLst>
          </p:cNvPr>
          <p:cNvCxnSpPr>
            <a:cxnSpLocks/>
          </p:cNvCxnSpPr>
          <p:nvPr/>
        </p:nvCxnSpPr>
        <p:spPr>
          <a:xfrm>
            <a:off x="530352" y="6326700"/>
            <a:ext cx="11159163"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968886382"/>
      </p:ext>
    </p:extLst>
  </p:cSld>
  <p:clrMapOvr>
    <a:overrideClrMapping bg1="lt1" tx1="dk1" bg2="lt2" tx2="dk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obj" preserve="1">
  <p:cSld name="Contenu 6">
    <p:bg>
      <p:bgRef idx="1001">
        <a:schemeClr val="bg1"/>
      </p:bgRef>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C7A09BB-8293-7DED-F5BF-8F3DA4B5760B}"/>
              </a:ext>
            </a:extLst>
          </p:cNvPr>
          <p:cNvSpPr>
            <a:spLocks noGrp="1"/>
          </p:cNvSpPr>
          <p:nvPr>
            <p:ph type="title"/>
          </p:nvPr>
        </p:nvSpPr>
        <p:spPr>
          <a:xfrm>
            <a:off x="422400" y="435785"/>
            <a:ext cx="4268573" cy="2918754"/>
          </a:xfrm>
        </p:spPr>
        <p:txBody>
          <a:bodyPr rtlCol="0" anchor="t"/>
          <a:lstStyle/>
          <a:p>
            <a:pPr rtl="0"/>
            <a:r>
              <a:rPr lang="fr"/>
              <a:t>Modifiez le style du titre</a:t>
            </a:r>
            <a:endParaRPr lang="en-US" dirty="0"/>
          </a:p>
        </p:txBody>
      </p:sp>
      <p:sp>
        <p:nvSpPr>
          <p:cNvPr id="3" name="Espace réservé du contenu 2">
            <a:extLst>
              <a:ext uri="{FF2B5EF4-FFF2-40B4-BE49-F238E27FC236}">
                <a16:creationId xmlns:a16="http://schemas.microsoft.com/office/drawing/2014/main" id="{1D0AB536-3625-6C4C-BCE1-4533963FDEC5}"/>
              </a:ext>
            </a:extLst>
          </p:cNvPr>
          <p:cNvSpPr>
            <a:spLocks noGrp="1"/>
          </p:cNvSpPr>
          <p:nvPr>
            <p:ph idx="1"/>
          </p:nvPr>
        </p:nvSpPr>
        <p:spPr>
          <a:xfrm>
            <a:off x="5391452" y="743106"/>
            <a:ext cx="6277070" cy="5312987"/>
          </a:xfrm>
        </p:spPr>
        <p:txBody>
          <a:bodyPr rtlCol="0"/>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endParaRPr lang="en-US" dirty="0"/>
          </a:p>
        </p:txBody>
      </p:sp>
      <p:sp>
        <p:nvSpPr>
          <p:cNvPr id="5" name="Espace réservé du pied de page 4">
            <a:extLst>
              <a:ext uri="{FF2B5EF4-FFF2-40B4-BE49-F238E27FC236}">
                <a16:creationId xmlns:a16="http://schemas.microsoft.com/office/drawing/2014/main" id="{B97D1377-BC65-5D42-5EC9-BECE6F765322}"/>
              </a:ext>
            </a:extLst>
          </p:cNvPr>
          <p:cNvSpPr>
            <a:spLocks noGrp="1"/>
          </p:cNvSpPr>
          <p:nvPr>
            <p:ph type="ftr" sz="quarter" idx="11"/>
          </p:nvPr>
        </p:nvSpPr>
        <p:spPr/>
        <p:txBody>
          <a:bodyPr rtlCol="0"/>
          <a:lstStyle/>
          <a:p>
            <a:pPr rtl="0"/>
            <a:r>
              <a:rPr lang="fr"/>
              <a:t>Exemple de Texte de Pied de page</a:t>
            </a:r>
          </a:p>
        </p:txBody>
      </p:sp>
      <p:sp>
        <p:nvSpPr>
          <p:cNvPr id="4" name="Espace réservé de la date 3">
            <a:extLst>
              <a:ext uri="{FF2B5EF4-FFF2-40B4-BE49-F238E27FC236}">
                <a16:creationId xmlns:a16="http://schemas.microsoft.com/office/drawing/2014/main" id="{0EEF9179-12AA-40A3-63A0-84A6ED06611F}"/>
              </a:ext>
            </a:extLst>
          </p:cNvPr>
          <p:cNvSpPr>
            <a:spLocks noGrp="1"/>
          </p:cNvSpPr>
          <p:nvPr>
            <p:ph type="dt" sz="half" idx="10"/>
          </p:nvPr>
        </p:nvSpPr>
        <p:spPr/>
        <p:txBody>
          <a:bodyPr rtlCol="0"/>
          <a:lstStyle/>
          <a:p>
            <a:pPr rtl="0"/>
            <a:r>
              <a:rPr lang="en-US"/>
              <a:t>4/8/2025</a:t>
            </a:r>
          </a:p>
        </p:txBody>
      </p:sp>
      <p:sp>
        <p:nvSpPr>
          <p:cNvPr id="6" name="Espace réservé du numéro de diapositive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rtlCol="0"/>
          <a:lstStyle/>
          <a:p>
            <a:pPr rtl="0"/>
            <a:fld id="{DD84031F-D6BF-4677-B12E-7D8B88BA70F7}" type="slidenum">
              <a:rPr lang="en-US" smtClean="0"/>
              <a:t>‹n°›</a:t>
            </a:fld>
            <a:endParaRPr lang="en-US"/>
          </a:p>
        </p:txBody>
      </p:sp>
      <p:cxnSp>
        <p:nvCxnSpPr>
          <p:cNvPr id="7" name="Connecteur droit 6">
            <a:extLst>
              <a:ext uri="{FF2B5EF4-FFF2-40B4-BE49-F238E27FC236}">
                <a16:creationId xmlns:a16="http://schemas.microsoft.com/office/drawing/2014/main" id="{59F873DB-8FEF-C24C-ECA0-EABFFF560476}"/>
              </a:ext>
            </a:extLst>
          </p:cNvPr>
          <p:cNvCxnSpPr>
            <a:cxnSpLocks/>
          </p:cNvCxnSpPr>
          <p:nvPr/>
        </p:nvCxnSpPr>
        <p:spPr>
          <a:xfrm>
            <a:off x="5486400" y="528489"/>
            <a:ext cx="6172200"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8" name="Connecteur droit 7">
            <a:extLst>
              <a:ext uri="{FF2B5EF4-FFF2-40B4-BE49-F238E27FC236}">
                <a16:creationId xmlns:a16="http://schemas.microsoft.com/office/drawing/2014/main" id="{A04E4891-5C32-2FDE-C242-EDBA3B5D1AC4}"/>
              </a:ext>
            </a:extLst>
          </p:cNvPr>
          <p:cNvCxnSpPr>
            <a:cxnSpLocks/>
          </p:cNvCxnSpPr>
          <p:nvPr/>
        </p:nvCxnSpPr>
        <p:spPr>
          <a:xfrm>
            <a:off x="530352" y="6324600"/>
            <a:ext cx="11159163"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0934603"/>
      </p:ext>
    </p:extLst>
  </p:cSld>
  <p:clrMapOvr>
    <a:overrideClrMapping bg1="lt1" tx1="dk1" bg2="lt2" tx2="dk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obj" preserve="1">
  <p:cSld name="Contenu 7">
    <p:bg>
      <p:bgRef idx="1001">
        <a:schemeClr val="bg1"/>
      </p:bgRef>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C7A09BB-8293-7DED-F5BF-8F3DA4B5760B}"/>
              </a:ext>
            </a:extLst>
          </p:cNvPr>
          <p:cNvSpPr>
            <a:spLocks noGrp="1"/>
          </p:cNvSpPr>
          <p:nvPr>
            <p:ph type="title"/>
          </p:nvPr>
        </p:nvSpPr>
        <p:spPr>
          <a:xfrm>
            <a:off x="419560" y="433576"/>
            <a:ext cx="3263496" cy="2821439"/>
          </a:xfrm>
        </p:spPr>
        <p:txBody>
          <a:bodyPr rtlCol="0" anchor="t">
            <a:normAutofit/>
          </a:bodyPr>
          <a:lstStyle>
            <a:lvl1pPr>
              <a:defRPr sz="3600"/>
            </a:lvl1pPr>
          </a:lstStyle>
          <a:p>
            <a:pPr rtl="0"/>
            <a:r>
              <a:rPr lang="fr"/>
              <a:t>Modifiez le style du titre</a:t>
            </a:r>
            <a:endParaRPr lang="en-US" dirty="0"/>
          </a:p>
        </p:txBody>
      </p:sp>
      <p:sp>
        <p:nvSpPr>
          <p:cNvPr id="3" name="Espace réservé du contenu 2">
            <a:extLst>
              <a:ext uri="{FF2B5EF4-FFF2-40B4-BE49-F238E27FC236}">
                <a16:creationId xmlns:a16="http://schemas.microsoft.com/office/drawing/2014/main" id="{1D0AB536-3625-6C4C-BCE1-4533963FDEC5}"/>
              </a:ext>
            </a:extLst>
          </p:cNvPr>
          <p:cNvSpPr>
            <a:spLocks noGrp="1"/>
          </p:cNvSpPr>
          <p:nvPr>
            <p:ph idx="1"/>
          </p:nvPr>
        </p:nvSpPr>
        <p:spPr>
          <a:xfrm>
            <a:off x="4309946" y="694944"/>
            <a:ext cx="7358769" cy="548640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endParaRPr lang="en-US" dirty="0"/>
          </a:p>
        </p:txBody>
      </p:sp>
      <p:sp>
        <p:nvSpPr>
          <p:cNvPr id="5" name="Espace réservé du pied de page 4">
            <a:extLst>
              <a:ext uri="{FF2B5EF4-FFF2-40B4-BE49-F238E27FC236}">
                <a16:creationId xmlns:a16="http://schemas.microsoft.com/office/drawing/2014/main" id="{B97D1377-BC65-5D42-5EC9-BECE6F765322}"/>
              </a:ext>
            </a:extLst>
          </p:cNvPr>
          <p:cNvSpPr>
            <a:spLocks noGrp="1"/>
          </p:cNvSpPr>
          <p:nvPr>
            <p:ph type="ftr" sz="quarter" idx="11"/>
          </p:nvPr>
        </p:nvSpPr>
        <p:spPr/>
        <p:txBody>
          <a:bodyPr rtlCol="0"/>
          <a:lstStyle/>
          <a:p>
            <a:pPr rtl="0"/>
            <a:r>
              <a:rPr lang="fr"/>
              <a:t>Exemple de Texte de Pied de page</a:t>
            </a:r>
          </a:p>
        </p:txBody>
      </p:sp>
      <p:sp>
        <p:nvSpPr>
          <p:cNvPr id="4" name="Espace réservé de la date 3">
            <a:extLst>
              <a:ext uri="{FF2B5EF4-FFF2-40B4-BE49-F238E27FC236}">
                <a16:creationId xmlns:a16="http://schemas.microsoft.com/office/drawing/2014/main" id="{0EEF9179-12AA-40A3-63A0-84A6ED06611F}"/>
              </a:ext>
            </a:extLst>
          </p:cNvPr>
          <p:cNvSpPr>
            <a:spLocks noGrp="1"/>
          </p:cNvSpPr>
          <p:nvPr>
            <p:ph type="dt" sz="half" idx="10"/>
          </p:nvPr>
        </p:nvSpPr>
        <p:spPr/>
        <p:txBody>
          <a:bodyPr rtlCol="0"/>
          <a:lstStyle/>
          <a:p>
            <a:pPr rtl="0"/>
            <a:r>
              <a:rPr lang="en-US"/>
              <a:t>4/8/2025</a:t>
            </a:r>
          </a:p>
        </p:txBody>
      </p:sp>
      <p:sp>
        <p:nvSpPr>
          <p:cNvPr id="6" name="Espace réservé du numéro de diapositive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rtlCol="0"/>
          <a:lstStyle/>
          <a:p>
            <a:pPr rtl="0"/>
            <a:fld id="{DD84031F-D6BF-4677-B12E-7D8B88BA70F7}" type="slidenum">
              <a:rPr lang="en-US" smtClean="0"/>
              <a:t>‹n°›</a:t>
            </a:fld>
            <a:endParaRPr lang="en-US"/>
          </a:p>
        </p:txBody>
      </p:sp>
      <p:cxnSp>
        <p:nvCxnSpPr>
          <p:cNvPr id="7" name="Connecteur droit 6">
            <a:extLst>
              <a:ext uri="{FF2B5EF4-FFF2-40B4-BE49-F238E27FC236}">
                <a16:creationId xmlns:a16="http://schemas.microsoft.com/office/drawing/2014/main" id="{290E8417-C758-AC09-72D4-D07CE8D5D1EB}"/>
              </a:ext>
            </a:extLst>
          </p:cNvPr>
          <p:cNvCxnSpPr>
            <a:cxnSpLocks/>
          </p:cNvCxnSpPr>
          <p:nvPr/>
        </p:nvCxnSpPr>
        <p:spPr>
          <a:xfrm>
            <a:off x="4347151" y="528489"/>
            <a:ext cx="7326605"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8" name="Connecteur droit 7">
            <a:extLst>
              <a:ext uri="{FF2B5EF4-FFF2-40B4-BE49-F238E27FC236}">
                <a16:creationId xmlns:a16="http://schemas.microsoft.com/office/drawing/2014/main" id="{A04E4891-5C32-2FDE-C242-EDBA3B5D1AC4}"/>
              </a:ext>
            </a:extLst>
          </p:cNvPr>
          <p:cNvCxnSpPr>
            <a:cxnSpLocks/>
          </p:cNvCxnSpPr>
          <p:nvPr/>
        </p:nvCxnSpPr>
        <p:spPr>
          <a:xfrm>
            <a:off x="530352" y="6324600"/>
            <a:ext cx="11159163"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00588995"/>
      </p:ext>
    </p:extLst>
  </p:cSld>
  <p:clrMapOvr>
    <a:overrideClrMapping bg1="lt1" tx1="dk1" bg2="lt2" tx2="dk2" accent1="accent1" accent2="accent2" accent3="accent3" accent4="accent4" accent5="accent5" accent6="accent6" hlink="hlink" folHlink="folHlink"/>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Contenu avec image">
    <p:bg>
      <p:bgRef idx="1001">
        <a:schemeClr val="bg1"/>
      </p:bgRef>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C7A09BB-8293-7DED-F5BF-8F3DA4B5760B}"/>
              </a:ext>
            </a:extLst>
          </p:cNvPr>
          <p:cNvSpPr>
            <a:spLocks noGrp="1"/>
          </p:cNvSpPr>
          <p:nvPr>
            <p:ph type="title"/>
          </p:nvPr>
        </p:nvSpPr>
        <p:spPr>
          <a:xfrm>
            <a:off x="5993867" y="691867"/>
            <a:ext cx="5664732" cy="1212661"/>
          </a:xfrm>
        </p:spPr>
        <p:txBody>
          <a:bodyPr rtlCol="0"/>
          <a:lstStyle/>
          <a:p>
            <a:pPr rtl="0"/>
            <a:r>
              <a:rPr lang="fr"/>
              <a:t>Modifiez le style du titre</a:t>
            </a:r>
            <a:endParaRPr lang="en-US" dirty="0"/>
          </a:p>
        </p:txBody>
      </p:sp>
      <p:sp>
        <p:nvSpPr>
          <p:cNvPr id="34" name="Espace réservé d’image 8">
            <a:extLst>
              <a:ext uri="{FF2B5EF4-FFF2-40B4-BE49-F238E27FC236}">
                <a16:creationId xmlns:a16="http://schemas.microsoft.com/office/drawing/2014/main" id="{38FD2E6A-E1F7-36FC-E50F-AD4CE76910EA}"/>
              </a:ext>
            </a:extLst>
          </p:cNvPr>
          <p:cNvSpPr>
            <a:spLocks noGrp="1"/>
          </p:cNvSpPr>
          <p:nvPr>
            <p:ph type="pic" sz="quarter" idx="13" hasCustomPrompt="1"/>
          </p:nvPr>
        </p:nvSpPr>
        <p:spPr>
          <a:xfrm>
            <a:off x="533401" y="533400"/>
            <a:ext cx="4953000" cy="5811928"/>
          </a:xfrm>
          <a:blipFill dpi="0" rotWithShape="1">
            <a:blip r:embed="rId2">
              <a:alphaModFix amt="70000"/>
            </a:blip>
            <a:srcRect/>
            <a:stretch>
              <a:fillRect/>
            </a:stretch>
          </a:blipFill>
          <a:effectLst>
            <a:outerShdw blurRad="203200" dist="12700" dir="7800000" algn="r" rotWithShape="0">
              <a:prstClr val="black">
                <a:alpha val="10000"/>
              </a:prstClr>
            </a:outerShdw>
          </a:effectLst>
        </p:spPr>
        <p:txBody>
          <a:bodyPr rtlCol="0"/>
          <a:lstStyle>
            <a:lvl1pPr marL="0" indent="0">
              <a:buNone/>
              <a:defRPr/>
            </a:lvl1pPr>
          </a:lstStyle>
          <a:p>
            <a:pPr rtl="0"/>
            <a:r>
              <a:rPr lang="fr"/>
              <a:t> </a:t>
            </a:r>
          </a:p>
        </p:txBody>
      </p:sp>
      <p:sp>
        <p:nvSpPr>
          <p:cNvPr id="3" name="Espace réservé du contenu 2">
            <a:extLst>
              <a:ext uri="{FF2B5EF4-FFF2-40B4-BE49-F238E27FC236}">
                <a16:creationId xmlns:a16="http://schemas.microsoft.com/office/drawing/2014/main" id="{1D0AB536-3625-6C4C-BCE1-4533963FDEC5}"/>
              </a:ext>
            </a:extLst>
          </p:cNvPr>
          <p:cNvSpPr>
            <a:spLocks noGrp="1"/>
          </p:cNvSpPr>
          <p:nvPr>
            <p:ph idx="1"/>
          </p:nvPr>
        </p:nvSpPr>
        <p:spPr>
          <a:xfrm>
            <a:off x="5993865" y="2007652"/>
            <a:ext cx="5664732" cy="4315319"/>
          </a:xfrm>
        </p:spPr>
        <p:txBody>
          <a:bodyPr rtlCol="0"/>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endParaRPr lang="en-US" dirty="0"/>
          </a:p>
        </p:txBody>
      </p:sp>
      <p:sp>
        <p:nvSpPr>
          <p:cNvPr id="5" name="Espace réservé du pied de page 4">
            <a:extLst>
              <a:ext uri="{FF2B5EF4-FFF2-40B4-BE49-F238E27FC236}">
                <a16:creationId xmlns:a16="http://schemas.microsoft.com/office/drawing/2014/main" id="{B97D1377-BC65-5D42-5EC9-BECE6F765322}"/>
              </a:ext>
            </a:extLst>
          </p:cNvPr>
          <p:cNvSpPr>
            <a:spLocks noGrp="1"/>
          </p:cNvSpPr>
          <p:nvPr>
            <p:ph type="ftr" sz="quarter" idx="11"/>
          </p:nvPr>
        </p:nvSpPr>
        <p:spPr/>
        <p:txBody>
          <a:bodyPr rtlCol="0"/>
          <a:lstStyle/>
          <a:p>
            <a:pPr rtl="0"/>
            <a:r>
              <a:rPr lang="fr"/>
              <a:t>Exemple de Texte de Pied de page</a:t>
            </a:r>
          </a:p>
        </p:txBody>
      </p:sp>
      <p:sp>
        <p:nvSpPr>
          <p:cNvPr id="4" name="Espace réservé de la date 3">
            <a:extLst>
              <a:ext uri="{FF2B5EF4-FFF2-40B4-BE49-F238E27FC236}">
                <a16:creationId xmlns:a16="http://schemas.microsoft.com/office/drawing/2014/main" id="{0EEF9179-12AA-40A3-63A0-84A6ED06611F}"/>
              </a:ext>
            </a:extLst>
          </p:cNvPr>
          <p:cNvSpPr>
            <a:spLocks noGrp="1"/>
          </p:cNvSpPr>
          <p:nvPr>
            <p:ph type="dt" sz="half" idx="10"/>
          </p:nvPr>
        </p:nvSpPr>
        <p:spPr/>
        <p:txBody>
          <a:bodyPr rtlCol="0"/>
          <a:lstStyle/>
          <a:p>
            <a:pPr rtl="0"/>
            <a:r>
              <a:rPr lang="en-US"/>
              <a:t>4/8/2025</a:t>
            </a:r>
          </a:p>
        </p:txBody>
      </p:sp>
      <p:sp>
        <p:nvSpPr>
          <p:cNvPr id="6" name="Espace réservé du numéro de diapositive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rtlCol="0"/>
          <a:lstStyle/>
          <a:p>
            <a:pPr rtl="0"/>
            <a:fld id="{DD84031F-D6BF-4677-B12E-7D8B88BA70F7}" type="slidenum">
              <a:rPr lang="en-US" smtClean="0"/>
              <a:t>‹n°›</a:t>
            </a:fld>
            <a:endParaRPr lang="en-US"/>
          </a:p>
        </p:txBody>
      </p:sp>
      <p:cxnSp>
        <p:nvCxnSpPr>
          <p:cNvPr id="7" name="Connecteur droit 6">
            <a:extLst>
              <a:ext uri="{FF2B5EF4-FFF2-40B4-BE49-F238E27FC236}">
                <a16:creationId xmlns:a16="http://schemas.microsoft.com/office/drawing/2014/main" id="{A04AB0D3-0312-25C6-7159-3EBA07E82C60}"/>
              </a:ext>
            </a:extLst>
          </p:cNvPr>
          <p:cNvCxnSpPr>
            <a:cxnSpLocks/>
          </p:cNvCxnSpPr>
          <p:nvPr/>
        </p:nvCxnSpPr>
        <p:spPr>
          <a:xfrm>
            <a:off x="6058518" y="530352"/>
            <a:ext cx="5600082"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2048154"/>
      </p:ext>
    </p:extLst>
  </p:cSld>
  <p:clrMapOvr>
    <a:overrideClrMapping bg1="lt1" tx1="dk1" bg2="lt2" tx2="dk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p:cSld name="Contenu avec Image 2">
    <p:bg>
      <p:bgRef idx="1001">
        <a:schemeClr val="bg1"/>
      </p:bgRef>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C7A09BB-8293-7DED-F5BF-8F3DA4B5760B}"/>
              </a:ext>
            </a:extLst>
          </p:cNvPr>
          <p:cNvSpPr>
            <a:spLocks noGrp="1"/>
          </p:cNvSpPr>
          <p:nvPr>
            <p:ph type="title"/>
          </p:nvPr>
        </p:nvSpPr>
        <p:spPr>
          <a:xfrm>
            <a:off x="419562" y="691868"/>
            <a:ext cx="5593338" cy="1157316"/>
          </a:xfrm>
        </p:spPr>
        <p:txBody>
          <a:bodyPr rtlCol="0"/>
          <a:lstStyle/>
          <a:p>
            <a:pPr rtl="0"/>
            <a:r>
              <a:rPr lang="fr"/>
              <a:t>Modifiez le style du titre</a:t>
            </a:r>
            <a:endParaRPr lang="en-US" dirty="0"/>
          </a:p>
        </p:txBody>
      </p:sp>
      <p:sp>
        <p:nvSpPr>
          <p:cNvPr id="3" name="Espace réservé du contenu 2">
            <a:extLst>
              <a:ext uri="{FF2B5EF4-FFF2-40B4-BE49-F238E27FC236}">
                <a16:creationId xmlns:a16="http://schemas.microsoft.com/office/drawing/2014/main" id="{1D0AB536-3625-6C4C-BCE1-4533963FDEC5}"/>
              </a:ext>
            </a:extLst>
          </p:cNvPr>
          <p:cNvSpPr>
            <a:spLocks noGrp="1"/>
          </p:cNvSpPr>
          <p:nvPr>
            <p:ph idx="1"/>
          </p:nvPr>
        </p:nvSpPr>
        <p:spPr>
          <a:xfrm>
            <a:off x="434928" y="2010699"/>
            <a:ext cx="5577972" cy="4334628"/>
          </a:xfrm>
        </p:spPr>
        <p:txBody>
          <a:bodyPr rtlCol="0"/>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endParaRPr lang="en-US" dirty="0"/>
          </a:p>
        </p:txBody>
      </p:sp>
      <p:sp>
        <p:nvSpPr>
          <p:cNvPr id="34" name="Espace réservé d’image 8">
            <a:extLst>
              <a:ext uri="{FF2B5EF4-FFF2-40B4-BE49-F238E27FC236}">
                <a16:creationId xmlns:a16="http://schemas.microsoft.com/office/drawing/2014/main" id="{38FD2E6A-E1F7-36FC-E50F-AD4CE76910EA}"/>
              </a:ext>
            </a:extLst>
          </p:cNvPr>
          <p:cNvSpPr>
            <a:spLocks noGrp="1"/>
          </p:cNvSpPr>
          <p:nvPr>
            <p:ph type="pic" sz="quarter" idx="13" hasCustomPrompt="1"/>
          </p:nvPr>
        </p:nvSpPr>
        <p:spPr>
          <a:xfrm>
            <a:off x="6553200" y="533400"/>
            <a:ext cx="5105400" cy="5791200"/>
          </a:xfrm>
          <a:blipFill dpi="0" rotWithShape="1">
            <a:blip r:embed="rId2">
              <a:alphaModFix amt="70000"/>
            </a:blip>
            <a:srcRect/>
            <a:stretch>
              <a:fillRect/>
            </a:stretch>
          </a:blipFill>
          <a:effectLst>
            <a:outerShdw blurRad="203200" dist="12700" dir="7800000" algn="r" rotWithShape="0">
              <a:prstClr val="black">
                <a:alpha val="10000"/>
              </a:prstClr>
            </a:outerShdw>
          </a:effectLst>
        </p:spPr>
        <p:txBody>
          <a:bodyPr rtlCol="0"/>
          <a:lstStyle>
            <a:lvl1pPr marL="0" indent="0">
              <a:buNone/>
              <a:defRPr/>
            </a:lvl1pPr>
          </a:lstStyle>
          <a:p>
            <a:pPr rtl="0"/>
            <a:r>
              <a:rPr lang="fr"/>
              <a:t> </a:t>
            </a:r>
          </a:p>
        </p:txBody>
      </p:sp>
      <p:sp>
        <p:nvSpPr>
          <p:cNvPr id="5" name="Espace réservé du pied de page 4">
            <a:extLst>
              <a:ext uri="{FF2B5EF4-FFF2-40B4-BE49-F238E27FC236}">
                <a16:creationId xmlns:a16="http://schemas.microsoft.com/office/drawing/2014/main" id="{B97D1377-BC65-5D42-5EC9-BECE6F765322}"/>
              </a:ext>
            </a:extLst>
          </p:cNvPr>
          <p:cNvSpPr>
            <a:spLocks noGrp="1"/>
          </p:cNvSpPr>
          <p:nvPr>
            <p:ph type="ftr" sz="quarter" idx="11"/>
          </p:nvPr>
        </p:nvSpPr>
        <p:spPr/>
        <p:txBody>
          <a:bodyPr rtlCol="0"/>
          <a:lstStyle/>
          <a:p>
            <a:pPr rtl="0"/>
            <a:r>
              <a:rPr lang="fr"/>
              <a:t>Exemple de Texte de Pied de page</a:t>
            </a:r>
          </a:p>
        </p:txBody>
      </p:sp>
      <p:sp>
        <p:nvSpPr>
          <p:cNvPr id="4" name="Espace réservé de la date 3">
            <a:extLst>
              <a:ext uri="{FF2B5EF4-FFF2-40B4-BE49-F238E27FC236}">
                <a16:creationId xmlns:a16="http://schemas.microsoft.com/office/drawing/2014/main" id="{0EEF9179-12AA-40A3-63A0-84A6ED06611F}"/>
              </a:ext>
            </a:extLst>
          </p:cNvPr>
          <p:cNvSpPr>
            <a:spLocks noGrp="1"/>
          </p:cNvSpPr>
          <p:nvPr>
            <p:ph type="dt" sz="half" idx="10"/>
          </p:nvPr>
        </p:nvSpPr>
        <p:spPr/>
        <p:txBody>
          <a:bodyPr rtlCol="0"/>
          <a:lstStyle/>
          <a:p>
            <a:pPr rtl="0"/>
            <a:r>
              <a:rPr lang="en-US"/>
              <a:t>4/8/2025</a:t>
            </a:r>
          </a:p>
        </p:txBody>
      </p:sp>
      <p:sp>
        <p:nvSpPr>
          <p:cNvPr id="6" name="Espace réservé du numéro de diapositive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rtlCol="0"/>
          <a:lstStyle/>
          <a:p>
            <a:pPr rtl="0"/>
            <a:fld id="{DD84031F-D6BF-4677-B12E-7D8B88BA70F7}" type="slidenum">
              <a:rPr lang="en-US" smtClean="0"/>
              <a:t>‹n°›</a:t>
            </a:fld>
            <a:endParaRPr lang="en-US"/>
          </a:p>
        </p:txBody>
      </p:sp>
      <p:cxnSp>
        <p:nvCxnSpPr>
          <p:cNvPr id="7" name="Connecteur droit 6">
            <a:extLst>
              <a:ext uri="{FF2B5EF4-FFF2-40B4-BE49-F238E27FC236}">
                <a16:creationId xmlns:a16="http://schemas.microsoft.com/office/drawing/2014/main" id="{A04AB0D3-0312-25C6-7159-3EBA07E82C60}"/>
              </a:ext>
            </a:extLst>
          </p:cNvPr>
          <p:cNvCxnSpPr>
            <a:cxnSpLocks/>
          </p:cNvCxnSpPr>
          <p:nvPr/>
        </p:nvCxnSpPr>
        <p:spPr>
          <a:xfrm>
            <a:off x="518028" y="530352"/>
            <a:ext cx="5494872"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04815581"/>
      </p:ext>
    </p:extLst>
  </p:cSld>
  <p:clrMapOvr>
    <a:overrideClrMapping bg1="lt1" tx1="dk1" bg2="lt2" tx2="dk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Contenu avec Image 3">
    <p:bg>
      <p:bgRef idx="1001">
        <a:schemeClr val="bg1"/>
      </p:bgRef>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C7A09BB-8293-7DED-F5BF-8F3DA4B5760B}"/>
              </a:ext>
            </a:extLst>
          </p:cNvPr>
          <p:cNvSpPr>
            <a:spLocks noGrp="1"/>
          </p:cNvSpPr>
          <p:nvPr>
            <p:ph type="title"/>
          </p:nvPr>
        </p:nvSpPr>
        <p:spPr>
          <a:xfrm>
            <a:off x="4977971" y="691866"/>
            <a:ext cx="6680630" cy="1217337"/>
          </a:xfrm>
        </p:spPr>
        <p:txBody>
          <a:bodyPr rtlCol="0"/>
          <a:lstStyle/>
          <a:p>
            <a:pPr rtl="0"/>
            <a:r>
              <a:rPr lang="fr"/>
              <a:t>Modifiez le style du titre</a:t>
            </a:r>
            <a:endParaRPr lang="en-US" dirty="0"/>
          </a:p>
        </p:txBody>
      </p:sp>
      <p:sp>
        <p:nvSpPr>
          <p:cNvPr id="10" name="Espace réservé d’image 8">
            <a:extLst>
              <a:ext uri="{FF2B5EF4-FFF2-40B4-BE49-F238E27FC236}">
                <a16:creationId xmlns:a16="http://schemas.microsoft.com/office/drawing/2014/main" id="{7BA63699-2EA2-4B8B-E296-BEF5937412F5}"/>
              </a:ext>
            </a:extLst>
          </p:cNvPr>
          <p:cNvSpPr>
            <a:spLocks noGrp="1"/>
          </p:cNvSpPr>
          <p:nvPr>
            <p:ph type="pic" sz="quarter" idx="13" hasCustomPrompt="1"/>
          </p:nvPr>
        </p:nvSpPr>
        <p:spPr>
          <a:xfrm>
            <a:off x="533400" y="533400"/>
            <a:ext cx="3886200" cy="5811924"/>
          </a:xfrm>
          <a:blipFill>
            <a:blip r:embed="rId2">
              <a:alphaModFix amt="70000"/>
            </a:blip>
            <a:stretch>
              <a:fillRect/>
            </a:stretch>
          </a:blipFill>
          <a:effectLst>
            <a:outerShdw blurRad="203200" dist="12700" dir="7800000" algn="r" rotWithShape="0">
              <a:prstClr val="black">
                <a:alpha val="10000"/>
              </a:prstClr>
            </a:outerShdw>
          </a:effectLst>
        </p:spPr>
        <p:txBody>
          <a:bodyPr rtlCol="0"/>
          <a:lstStyle>
            <a:lvl1pPr marL="0" indent="0">
              <a:buNone/>
              <a:defRPr/>
            </a:lvl1pPr>
          </a:lstStyle>
          <a:p>
            <a:pPr rtl="0"/>
            <a:r>
              <a:rPr lang="fr"/>
              <a:t> </a:t>
            </a:r>
          </a:p>
        </p:txBody>
      </p:sp>
      <p:sp>
        <p:nvSpPr>
          <p:cNvPr id="3" name="Espace réservé du contenu 2">
            <a:extLst>
              <a:ext uri="{FF2B5EF4-FFF2-40B4-BE49-F238E27FC236}">
                <a16:creationId xmlns:a16="http://schemas.microsoft.com/office/drawing/2014/main" id="{1D0AB536-3625-6C4C-BCE1-4533963FDEC5}"/>
              </a:ext>
            </a:extLst>
          </p:cNvPr>
          <p:cNvSpPr>
            <a:spLocks noGrp="1"/>
          </p:cNvSpPr>
          <p:nvPr>
            <p:ph idx="1"/>
          </p:nvPr>
        </p:nvSpPr>
        <p:spPr>
          <a:xfrm>
            <a:off x="4977971" y="2010699"/>
            <a:ext cx="6680630" cy="4313902"/>
          </a:xfrm>
        </p:spPr>
        <p:txBody>
          <a:bodyPr rtlCol="0"/>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endParaRPr lang="en-US" dirty="0"/>
          </a:p>
        </p:txBody>
      </p:sp>
      <p:sp>
        <p:nvSpPr>
          <p:cNvPr id="5" name="Espace réservé du pied de page 4">
            <a:extLst>
              <a:ext uri="{FF2B5EF4-FFF2-40B4-BE49-F238E27FC236}">
                <a16:creationId xmlns:a16="http://schemas.microsoft.com/office/drawing/2014/main" id="{B97D1377-BC65-5D42-5EC9-BECE6F765322}"/>
              </a:ext>
            </a:extLst>
          </p:cNvPr>
          <p:cNvSpPr>
            <a:spLocks noGrp="1"/>
          </p:cNvSpPr>
          <p:nvPr>
            <p:ph type="ftr" sz="quarter" idx="11"/>
          </p:nvPr>
        </p:nvSpPr>
        <p:spPr/>
        <p:txBody>
          <a:bodyPr rtlCol="0"/>
          <a:lstStyle/>
          <a:p>
            <a:pPr rtl="0"/>
            <a:r>
              <a:rPr lang="fr"/>
              <a:t>Exemple de Texte de Pied de page</a:t>
            </a:r>
          </a:p>
        </p:txBody>
      </p:sp>
      <p:sp>
        <p:nvSpPr>
          <p:cNvPr id="4" name="Espace réservé de la date 3">
            <a:extLst>
              <a:ext uri="{FF2B5EF4-FFF2-40B4-BE49-F238E27FC236}">
                <a16:creationId xmlns:a16="http://schemas.microsoft.com/office/drawing/2014/main" id="{0EEF9179-12AA-40A3-63A0-84A6ED06611F}"/>
              </a:ext>
            </a:extLst>
          </p:cNvPr>
          <p:cNvSpPr>
            <a:spLocks noGrp="1"/>
          </p:cNvSpPr>
          <p:nvPr>
            <p:ph type="dt" sz="half" idx="10"/>
          </p:nvPr>
        </p:nvSpPr>
        <p:spPr/>
        <p:txBody>
          <a:bodyPr rtlCol="0"/>
          <a:lstStyle/>
          <a:p>
            <a:pPr rtl="0"/>
            <a:r>
              <a:rPr lang="en-US"/>
              <a:t>4/8/2025</a:t>
            </a:r>
          </a:p>
        </p:txBody>
      </p:sp>
      <p:sp>
        <p:nvSpPr>
          <p:cNvPr id="6" name="Espace réservé du numéro de diapositive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rtlCol="0"/>
          <a:lstStyle/>
          <a:p>
            <a:pPr rtl="0"/>
            <a:fld id="{DD84031F-D6BF-4677-B12E-7D8B88BA70F7}" type="slidenum">
              <a:rPr lang="en-US" smtClean="0"/>
              <a:t>‹n°›</a:t>
            </a:fld>
            <a:endParaRPr lang="en-US"/>
          </a:p>
        </p:txBody>
      </p:sp>
      <p:cxnSp>
        <p:nvCxnSpPr>
          <p:cNvPr id="7" name="Connecteur droit 6">
            <a:extLst>
              <a:ext uri="{FF2B5EF4-FFF2-40B4-BE49-F238E27FC236}">
                <a16:creationId xmlns:a16="http://schemas.microsoft.com/office/drawing/2014/main" id="{A04AB0D3-0312-25C6-7159-3EBA07E82C60}"/>
              </a:ext>
            </a:extLst>
          </p:cNvPr>
          <p:cNvCxnSpPr>
            <a:cxnSpLocks/>
          </p:cNvCxnSpPr>
          <p:nvPr/>
        </p:nvCxnSpPr>
        <p:spPr>
          <a:xfrm>
            <a:off x="4984096" y="533400"/>
            <a:ext cx="6680631"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018817533"/>
      </p:ext>
    </p:extLst>
  </p:cSld>
  <p:clrMapOvr>
    <a:overrideClrMapping bg1="lt1" tx1="dk1" bg2="lt2" tx2="dk2" accent1="accent1" accent2="accent2" accent3="accent3" accent4="accent4" accent5="accent5" accent6="accent6" hlink="hlink" folHlink="folHlink"/>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p:cSld name="Contenu avec Image 4">
    <p:bg>
      <p:bgRef idx="1001">
        <a:schemeClr val="bg1"/>
      </p:bgRef>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C7A09BB-8293-7DED-F5BF-8F3DA4B5760B}"/>
              </a:ext>
            </a:extLst>
          </p:cNvPr>
          <p:cNvSpPr>
            <a:spLocks noGrp="1"/>
          </p:cNvSpPr>
          <p:nvPr>
            <p:ph type="title"/>
          </p:nvPr>
        </p:nvSpPr>
        <p:spPr>
          <a:xfrm>
            <a:off x="419559" y="691867"/>
            <a:ext cx="6664559" cy="1217340"/>
          </a:xfrm>
        </p:spPr>
        <p:txBody>
          <a:bodyPr rtlCol="0"/>
          <a:lstStyle/>
          <a:p>
            <a:pPr rtl="0"/>
            <a:r>
              <a:rPr lang="fr"/>
              <a:t>Modifiez le style du titre</a:t>
            </a:r>
            <a:endParaRPr lang="en-US" dirty="0"/>
          </a:p>
        </p:txBody>
      </p:sp>
      <p:sp>
        <p:nvSpPr>
          <p:cNvPr id="3" name="Espace réservé du contenu 2">
            <a:extLst>
              <a:ext uri="{FF2B5EF4-FFF2-40B4-BE49-F238E27FC236}">
                <a16:creationId xmlns:a16="http://schemas.microsoft.com/office/drawing/2014/main" id="{1D0AB536-3625-6C4C-BCE1-4533963FDEC5}"/>
              </a:ext>
            </a:extLst>
          </p:cNvPr>
          <p:cNvSpPr>
            <a:spLocks noGrp="1"/>
          </p:cNvSpPr>
          <p:nvPr>
            <p:ph idx="1"/>
          </p:nvPr>
        </p:nvSpPr>
        <p:spPr>
          <a:xfrm>
            <a:off x="422217" y="2010699"/>
            <a:ext cx="6661902" cy="4330851"/>
          </a:xfrm>
        </p:spPr>
        <p:txBody>
          <a:bodyPr rtlCol="0"/>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endParaRPr lang="en-US" dirty="0"/>
          </a:p>
        </p:txBody>
      </p:sp>
      <p:sp>
        <p:nvSpPr>
          <p:cNvPr id="10" name="Espace réservé d’image 8">
            <a:extLst>
              <a:ext uri="{FF2B5EF4-FFF2-40B4-BE49-F238E27FC236}">
                <a16:creationId xmlns:a16="http://schemas.microsoft.com/office/drawing/2014/main" id="{7BA63699-2EA2-4B8B-E296-BEF5937412F5}"/>
              </a:ext>
            </a:extLst>
          </p:cNvPr>
          <p:cNvSpPr>
            <a:spLocks noGrp="1"/>
          </p:cNvSpPr>
          <p:nvPr>
            <p:ph type="pic" sz="quarter" idx="13" hasCustomPrompt="1"/>
          </p:nvPr>
        </p:nvSpPr>
        <p:spPr>
          <a:xfrm>
            <a:off x="7620000" y="533400"/>
            <a:ext cx="4038600" cy="5791200"/>
          </a:xfrm>
          <a:blipFill>
            <a:blip r:embed="rId2">
              <a:alphaModFix amt="70000"/>
            </a:blip>
            <a:stretch>
              <a:fillRect/>
            </a:stretch>
          </a:blipFill>
          <a:effectLst>
            <a:outerShdw blurRad="203200" dist="12700" dir="7800000" algn="r" rotWithShape="0">
              <a:prstClr val="black">
                <a:alpha val="10000"/>
              </a:prstClr>
            </a:outerShdw>
          </a:effectLst>
        </p:spPr>
        <p:txBody>
          <a:bodyPr rtlCol="0"/>
          <a:lstStyle>
            <a:lvl1pPr marL="0" indent="0">
              <a:buNone/>
              <a:defRPr/>
            </a:lvl1pPr>
          </a:lstStyle>
          <a:p>
            <a:pPr rtl="0"/>
            <a:r>
              <a:rPr lang="fr"/>
              <a:t> </a:t>
            </a:r>
          </a:p>
        </p:txBody>
      </p:sp>
      <p:sp>
        <p:nvSpPr>
          <p:cNvPr id="5" name="Espace réservé du pied de page 4">
            <a:extLst>
              <a:ext uri="{FF2B5EF4-FFF2-40B4-BE49-F238E27FC236}">
                <a16:creationId xmlns:a16="http://schemas.microsoft.com/office/drawing/2014/main" id="{B97D1377-BC65-5D42-5EC9-BECE6F765322}"/>
              </a:ext>
            </a:extLst>
          </p:cNvPr>
          <p:cNvSpPr>
            <a:spLocks noGrp="1"/>
          </p:cNvSpPr>
          <p:nvPr>
            <p:ph type="ftr" sz="quarter" idx="11"/>
          </p:nvPr>
        </p:nvSpPr>
        <p:spPr/>
        <p:txBody>
          <a:bodyPr rtlCol="0"/>
          <a:lstStyle/>
          <a:p>
            <a:pPr rtl="0"/>
            <a:r>
              <a:rPr lang="fr"/>
              <a:t>Exemple de Texte de Pied de page</a:t>
            </a:r>
          </a:p>
        </p:txBody>
      </p:sp>
      <p:sp>
        <p:nvSpPr>
          <p:cNvPr id="4" name="Espace réservé de la date 3">
            <a:extLst>
              <a:ext uri="{FF2B5EF4-FFF2-40B4-BE49-F238E27FC236}">
                <a16:creationId xmlns:a16="http://schemas.microsoft.com/office/drawing/2014/main" id="{0EEF9179-12AA-40A3-63A0-84A6ED06611F}"/>
              </a:ext>
            </a:extLst>
          </p:cNvPr>
          <p:cNvSpPr>
            <a:spLocks noGrp="1"/>
          </p:cNvSpPr>
          <p:nvPr>
            <p:ph type="dt" sz="half" idx="10"/>
          </p:nvPr>
        </p:nvSpPr>
        <p:spPr>
          <a:xfrm>
            <a:off x="7620000" y="6426091"/>
            <a:ext cx="3553839" cy="365125"/>
          </a:xfrm>
        </p:spPr>
        <p:txBody>
          <a:bodyPr rtlCol="0"/>
          <a:lstStyle/>
          <a:p>
            <a:pPr rtl="0"/>
            <a:r>
              <a:rPr lang="en-US"/>
              <a:t>4/8/2025</a:t>
            </a:r>
          </a:p>
        </p:txBody>
      </p:sp>
      <p:sp>
        <p:nvSpPr>
          <p:cNvPr id="6" name="Espace réservé du numéro de diapositive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rtlCol="0"/>
          <a:lstStyle/>
          <a:p>
            <a:pPr rtl="0"/>
            <a:fld id="{DD84031F-D6BF-4677-B12E-7D8B88BA70F7}" type="slidenum">
              <a:rPr lang="en-US" smtClean="0"/>
              <a:t>‹n°›</a:t>
            </a:fld>
            <a:endParaRPr lang="en-US"/>
          </a:p>
        </p:txBody>
      </p:sp>
      <p:cxnSp>
        <p:nvCxnSpPr>
          <p:cNvPr id="7" name="Connecteur droit 6">
            <a:extLst>
              <a:ext uri="{FF2B5EF4-FFF2-40B4-BE49-F238E27FC236}">
                <a16:creationId xmlns:a16="http://schemas.microsoft.com/office/drawing/2014/main" id="{CA3F4131-F439-B360-2C50-DC4ED02C5AF2}"/>
              </a:ext>
            </a:extLst>
          </p:cNvPr>
          <p:cNvCxnSpPr>
            <a:cxnSpLocks/>
          </p:cNvCxnSpPr>
          <p:nvPr/>
        </p:nvCxnSpPr>
        <p:spPr>
          <a:xfrm>
            <a:off x="516418" y="530352"/>
            <a:ext cx="6567700"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51193648"/>
      </p:ext>
    </p:extLst>
  </p:cSld>
  <p:clrMapOvr>
    <a:overrideClrMapping bg1="lt1" tx1="dk1" bg2="lt2" tx2="dk2" accent1="accent1" accent2="accent2" accent3="accent3" accent4="accent4" accent5="accent5" accent6="accent6" hlink="hlink" folHlink="folHlink"/>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p:cSld name="Contenu avec Image 5">
    <p:bg>
      <p:bgRef idx="1001">
        <a:schemeClr val="bg1"/>
      </p:bgRef>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C7A09BB-8293-7DED-F5BF-8F3DA4B5760B}"/>
              </a:ext>
            </a:extLst>
          </p:cNvPr>
          <p:cNvSpPr>
            <a:spLocks noGrp="1"/>
          </p:cNvSpPr>
          <p:nvPr>
            <p:ph type="title"/>
          </p:nvPr>
        </p:nvSpPr>
        <p:spPr>
          <a:xfrm>
            <a:off x="7007497" y="691868"/>
            <a:ext cx="4660247" cy="1439210"/>
          </a:xfrm>
        </p:spPr>
        <p:txBody>
          <a:bodyPr rtlCol="0"/>
          <a:lstStyle/>
          <a:p>
            <a:pPr rtl="0"/>
            <a:r>
              <a:rPr lang="fr"/>
              <a:t>Modifiez le style du titre</a:t>
            </a:r>
            <a:endParaRPr lang="en-US" dirty="0"/>
          </a:p>
        </p:txBody>
      </p:sp>
      <p:sp>
        <p:nvSpPr>
          <p:cNvPr id="9" name="Espace réservé d’image 8">
            <a:extLst>
              <a:ext uri="{FF2B5EF4-FFF2-40B4-BE49-F238E27FC236}">
                <a16:creationId xmlns:a16="http://schemas.microsoft.com/office/drawing/2014/main" id="{57807F9F-79B5-ED92-41CC-A1D1A8D03E35}"/>
              </a:ext>
            </a:extLst>
          </p:cNvPr>
          <p:cNvSpPr>
            <a:spLocks noGrp="1"/>
          </p:cNvSpPr>
          <p:nvPr>
            <p:ph type="pic" sz="quarter" idx="13" hasCustomPrompt="1"/>
          </p:nvPr>
        </p:nvSpPr>
        <p:spPr>
          <a:xfrm>
            <a:off x="533400" y="533399"/>
            <a:ext cx="6029286" cy="5791201"/>
          </a:xfrm>
          <a:blipFill>
            <a:blip r:embed="rId2">
              <a:alphaModFix amt="70000"/>
            </a:blip>
            <a:stretch>
              <a:fillRect/>
            </a:stretch>
          </a:blipFill>
          <a:effectLst>
            <a:outerShdw blurRad="203200" dist="12700" dir="7800000" algn="r" rotWithShape="0">
              <a:prstClr val="black">
                <a:alpha val="10000"/>
              </a:prstClr>
            </a:outerShdw>
          </a:effectLst>
        </p:spPr>
        <p:txBody>
          <a:bodyPr rtlCol="0"/>
          <a:lstStyle>
            <a:lvl1pPr marL="0" indent="0">
              <a:buNone/>
              <a:defRPr/>
            </a:lvl1pPr>
          </a:lstStyle>
          <a:p>
            <a:pPr rtl="0"/>
            <a:r>
              <a:rPr lang="fr"/>
              <a:t> </a:t>
            </a:r>
          </a:p>
        </p:txBody>
      </p:sp>
      <p:sp>
        <p:nvSpPr>
          <p:cNvPr id="3" name="Espace réservé du contenu 2">
            <a:extLst>
              <a:ext uri="{FF2B5EF4-FFF2-40B4-BE49-F238E27FC236}">
                <a16:creationId xmlns:a16="http://schemas.microsoft.com/office/drawing/2014/main" id="{1D0AB536-3625-6C4C-BCE1-4533963FDEC5}"/>
              </a:ext>
            </a:extLst>
          </p:cNvPr>
          <p:cNvSpPr>
            <a:spLocks noGrp="1"/>
          </p:cNvSpPr>
          <p:nvPr>
            <p:ph idx="1"/>
          </p:nvPr>
        </p:nvSpPr>
        <p:spPr>
          <a:xfrm>
            <a:off x="7007497" y="2211184"/>
            <a:ext cx="4660247" cy="4113415"/>
          </a:xfrm>
        </p:spPr>
        <p:txBody>
          <a:bodyPr rtlCol="0"/>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endParaRPr lang="en-US" dirty="0"/>
          </a:p>
        </p:txBody>
      </p:sp>
      <p:sp>
        <p:nvSpPr>
          <p:cNvPr id="5" name="Espace réservé du pied de page 4">
            <a:extLst>
              <a:ext uri="{FF2B5EF4-FFF2-40B4-BE49-F238E27FC236}">
                <a16:creationId xmlns:a16="http://schemas.microsoft.com/office/drawing/2014/main" id="{B97D1377-BC65-5D42-5EC9-BECE6F765322}"/>
              </a:ext>
            </a:extLst>
          </p:cNvPr>
          <p:cNvSpPr>
            <a:spLocks noGrp="1"/>
          </p:cNvSpPr>
          <p:nvPr>
            <p:ph type="ftr" sz="quarter" idx="11"/>
          </p:nvPr>
        </p:nvSpPr>
        <p:spPr/>
        <p:txBody>
          <a:bodyPr rtlCol="0"/>
          <a:lstStyle/>
          <a:p>
            <a:pPr rtl="0"/>
            <a:r>
              <a:rPr lang="fr"/>
              <a:t>Exemple de Texte de Pied de page</a:t>
            </a:r>
          </a:p>
        </p:txBody>
      </p:sp>
      <p:sp>
        <p:nvSpPr>
          <p:cNvPr id="4" name="Espace réservé de la date 3">
            <a:extLst>
              <a:ext uri="{FF2B5EF4-FFF2-40B4-BE49-F238E27FC236}">
                <a16:creationId xmlns:a16="http://schemas.microsoft.com/office/drawing/2014/main" id="{0EEF9179-12AA-40A3-63A0-84A6ED06611F}"/>
              </a:ext>
            </a:extLst>
          </p:cNvPr>
          <p:cNvSpPr>
            <a:spLocks noGrp="1"/>
          </p:cNvSpPr>
          <p:nvPr>
            <p:ph type="dt" sz="half" idx="10"/>
          </p:nvPr>
        </p:nvSpPr>
        <p:spPr/>
        <p:txBody>
          <a:bodyPr rtlCol="0"/>
          <a:lstStyle/>
          <a:p>
            <a:pPr rtl="0"/>
            <a:r>
              <a:rPr lang="en-US"/>
              <a:t>4/8/2025</a:t>
            </a:r>
          </a:p>
        </p:txBody>
      </p:sp>
      <p:sp>
        <p:nvSpPr>
          <p:cNvPr id="6" name="Espace réservé du numéro de diapositive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rtlCol="0"/>
          <a:lstStyle/>
          <a:p>
            <a:pPr rtl="0"/>
            <a:fld id="{DD84031F-D6BF-4677-B12E-7D8B88BA70F7}" type="slidenum">
              <a:rPr lang="en-US" smtClean="0"/>
              <a:t>‹n°›</a:t>
            </a:fld>
            <a:endParaRPr lang="en-US"/>
          </a:p>
        </p:txBody>
      </p:sp>
      <p:cxnSp>
        <p:nvCxnSpPr>
          <p:cNvPr id="7" name="Connecteur droit 6">
            <a:extLst>
              <a:ext uri="{FF2B5EF4-FFF2-40B4-BE49-F238E27FC236}">
                <a16:creationId xmlns:a16="http://schemas.microsoft.com/office/drawing/2014/main" id="{A04AB0D3-0312-25C6-7159-3EBA07E82C60}"/>
              </a:ext>
            </a:extLst>
          </p:cNvPr>
          <p:cNvCxnSpPr>
            <a:cxnSpLocks/>
          </p:cNvCxnSpPr>
          <p:nvPr/>
        </p:nvCxnSpPr>
        <p:spPr>
          <a:xfrm>
            <a:off x="7095744" y="530921"/>
            <a:ext cx="4562856"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799781712"/>
      </p:ext>
    </p:extLst>
  </p:cSld>
  <p:clrMapOvr>
    <a:overrideClrMapping bg1="lt1" tx1="dk1" bg2="lt2" tx2="dk2" accent1="accent1" accent2="accent2" accent3="accent3" accent4="accent4" accent5="accent5" accent6="accent6" hlink="hlink" folHlink="folHlink"/>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p:cSld name="Contenu avec Image 6">
    <p:bg>
      <p:bgRef idx="1001">
        <a:schemeClr val="bg1"/>
      </p:bgRef>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C7A09BB-8293-7DED-F5BF-8F3DA4B5760B}"/>
              </a:ext>
            </a:extLst>
          </p:cNvPr>
          <p:cNvSpPr>
            <a:spLocks noGrp="1"/>
          </p:cNvSpPr>
          <p:nvPr>
            <p:ph type="title"/>
          </p:nvPr>
        </p:nvSpPr>
        <p:spPr>
          <a:xfrm>
            <a:off x="419376" y="691868"/>
            <a:ext cx="4577602" cy="1439210"/>
          </a:xfrm>
        </p:spPr>
        <p:txBody>
          <a:bodyPr rtlCol="0"/>
          <a:lstStyle/>
          <a:p>
            <a:pPr rtl="0"/>
            <a:r>
              <a:rPr lang="fr"/>
              <a:t>Modifiez le style du titre</a:t>
            </a:r>
            <a:endParaRPr lang="en-US" dirty="0"/>
          </a:p>
        </p:txBody>
      </p:sp>
      <p:sp>
        <p:nvSpPr>
          <p:cNvPr id="3" name="Espace réservé du contenu 2">
            <a:extLst>
              <a:ext uri="{FF2B5EF4-FFF2-40B4-BE49-F238E27FC236}">
                <a16:creationId xmlns:a16="http://schemas.microsoft.com/office/drawing/2014/main" id="{1D0AB536-3625-6C4C-BCE1-4533963FDEC5}"/>
              </a:ext>
            </a:extLst>
          </p:cNvPr>
          <p:cNvSpPr>
            <a:spLocks noGrp="1"/>
          </p:cNvSpPr>
          <p:nvPr>
            <p:ph idx="1"/>
          </p:nvPr>
        </p:nvSpPr>
        <p:spPr>
          <a:xfrm>
            <a:off x="419376" y="2211185"/>
            <a:ext cx="4577602" cy="3954946"/>
          </a:xfrm>
        </p:spPr>
        <p:txBody>
          <a:bodyPr rtlCol="0"/>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endParaRPr lang="en-US" dirty="0"/>
          </a:p>
        </p:txBody>
      </p:sp>
      <p:sp>
        <p:nvSpPr>
          <p:cNvPr id="9" name="Espace réservé d’image 8">
            <a:extLst>
              <a:ext uri="{FF2B5EF4-FFF2-40B4-BE49-F238E27FC236}">
                <a16:creationId xmlns:a16="http://schemas.microsoft.com/office/drawing/2014/main" id="{57807F9F-79B5-ED92-41CC-A1D1A8D03E35}"/>
              </a:ext>
            </a:extLst>
          </p:cNvPr>
          <p:cNvSpPr>
            <a:spLocks noGrp="1"/>
          </p:cNvSpPr>
          <p:nvPr>
            <p:ph type="pic" sz="quarter" idx="13" hasCustomPrompt="1"/>
          </p:nvPr>
        </p:nvSpPr>
        <p:spPr>
          <a:xfrm>
            <a:off x="5486400" y="533399"/>
            <a:ext cx="6172200" cy="5791201"/>
          </a:xfrm>
          <a:blipFill>
            <a:blip r:embed="rId2">
              <a:alphaModFix amt="70000"/>
            </a:blip>
            <a:stretch>
              <a:fillRect/>
            </a:stretch>
          </a:blipFill>
          <a:effectLst>
            <a:outerShdw blurRad="203200" dist="12700" dir="7800000" algn="r" rotWithShape="0">
              <a:prstClr val="black">
                <a:alpha val="10000"/>
              </a:prstClr>
            </a:outerShdw>
          </a:effectLst>
        </p:spPr>
        <p:txBody>
          <a:bodyPr rtlCol="0"/>
          <a:lstStyle>
            <a:lvl1pPr marL="0" indent="0">
              <a:buNone/>
              <a:defRPr/>
            </a:lvl1pPr>
          </a:lstStyle>
          <a:p>
            <a:pPr rtl="0"/>
            <a:r>
              <a:rPr lang="fr"/>
              <a:t> </a:t>
            </a:r>
          </a:p>
        </p:txBody>
      </p:sp>
      <p:sp>
        <p:nvSpPr>
          <p:cNvPr id="5" name="Espace réservé du pied de page 4">
            <a:extLst>
              <a:ext uri="{FF2B5EF4-FFF2-40B4-BE49-F238E27FC236}">
                <a16:creationId xmlns:a16="http://schemas.microsoft.com/office/drawing/2014/main" id="{B97D1377-BC65-5D42-5EC9-BECE6F765322}"/>
              </a:ext>
            </a:extLst>
          </p:cNvPr>
          <p:cNvSpPr>
            <a:spLocks noGrp="1"/>
          </p:cNvSpPr>
          <p:nvPr>
            <p:ph type="ftr" sz="quarter" idx="11"/>
          </p:nvPr>
        </p:nvSpPr>
        <p:spPr/>
        <p:txBody>
          <a:bodyPr rtlCol="0"/>
          <a:lstStyle/>
          <a:p>
            <a:pPr rtl="0"/>
            <a:r>
              <a:rPr lang="fr"/>
              <a:t>Exemple de Texte de Pied de page</a:t>
            </a:r>
          </a:p>
        </p:txBody>
      </p:sp>
      <p:sp>
        <p:nvSpPr>
          <p:cNvPr id="4" name="Espace réservé de la date 3">
            <a:extLst>
              <a:ext uri="{FF2B5EF4-FFF2-40B4-BE49-F238E27FC236}">
                <a16:creationId xmlns:a16="http://schemas.microsoft.com/office/drawing/2014/main" id="{0EEF9179-12AA-40A3-63A0-84A6ED06611F}"/>
              </a:ext>
            </a:extLst>
          </p:cNvPr>
          <p:cNvSpPr>
            <a:spLocks noGrp="1"/>
          </p:cNvSpPr>
          <p:nvPr>
            <p:ph type="dt" sz="half" idx="10"/>
          </p:nvPr>
        </p:nvSpPr>
        <p:spPr/>
        <p:txBody>
          <a:bodyPr rtlCol="0"/>
          <a:lstStyle/>
          <a:p>
            <a:pPr rtl="0"/>
            <a:r>
              <a:rPr lang="en-US"/>
              <a:t>4/8/2025</a:t>
            </a:r>
          </a:p>
        </p:txBody>
      </p:sp>
      <p:sp>
        <p:nvSpPr>
          <p:cNvPr id="6" name="Espace réservé du numéro de diapositive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rtlCol="0"/>
          <a:lstStyle/>
          <a:p>
            <a:pPr rtl="0"/>
            <a:fld id="{DD84031F-D6BF-4677-B12E-7D8B88BA70F7}" type="slidenum">
              <a:rPr lang="en-US" smtClean="0"/>
              <a:t>‹n°›</a:t>
            </a:fld>
            <a:endParaRPr lang="en-US"/>
          </a:p>
        </p:txBody>
      </p:sp>
      <p:cxnSp>
        <p:nvCxnSpPr>
          <p:cNvPr id="7" name="Connecteur droit 6">
            <a:extLst>
              <a:ext uri="{FF2B5EF4-FFF2-40B4-BE49-F238E27FC236}">
                <a16:creationId xmlns:a16="http://schemas.microsoft.com/office/drawing/2014/main" id="{A04AB0D3-0312-25C6-7159-3EBA07E82C60}"/>
              </a:ext>
            </a:extLst>
          </p:cNvPr>
          <p:cNvCxnSpPr>
            <a:cxnSpLocks/>
          </p:cNvCxnSpPr>
          <p:nvPr/>
        </p:nvCxnSpPr>
        <p:spPr>
          <a:xfrm>
            <a:off x="516418" y="530352"/>
            <a:ext cx="4436582"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37730662"/>
      </p:ext>
    </p:extLst>
  </p:cSld>
  <p:clrMapOvr>
    <a:overrideClrMapping bg1="lt1" tx1="dk1" bg2="lt2" tx2="dk2" accent1="accent1" accent2="accent2" accent3="accent3" accent4="accent4" accent5="accent5" accent6="accent6" hlink="hlink" folHlink="folHlink"/>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p:cSld name="Contenu avec Image 7">
    <p:bg>
      <p:bgRef idx="1001">
        <a:schemeClr val="bg1"/>
      </p:bgRef>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C7A09BB-8293-7DED-F5BF-8F3DA4B5760B}"/>
              </a:ext>
            </a:extLst>
          </p:cNvPr>
          <p:cNvSpPr>
            <a:spLocks noGrp="1"/>
          </p:cNvSpPr>
          <p:nvPr>
            <p:ph type="title"/>
          </p:nvPr>
        </p:nvSpPr>
        <p:spPr>
          <a:xfrm>
            <a:off x="8029814" y="512011"/>
            <a:ext cx="3628786" cy="1259920"/>
          </a:xfrm>
        </p:spPr>
        <p:txBody>
          <a:bodyPr rtlCol="0" anchor="b"/>
          <a:lstStyle/>
          <a:p>
            <a:pPr rtl="0"/>
            <a:r>
              <a:rPr lang="fr"/>
              <a:t>Modifiez le style du titre</a:t>
            </a:r>
            <a:endParaRPr lang="en-US" dirty="0"/>
          </a:p>
        </p:txBody>
      </p:sp>
      <p:sp>
        <p:nvSpPr>
          <p:cNvPr id="10" name="Espace réservé d’image 8">
            <a:extLst>
              <a:ext uri="{FF2B5EF4-FFF2-40B4-BE49-F238E27FC236}">
                <a16:creationId xmlns:a16="http://schemas.microsoft.com/office/drawing/2014/main" id="{29A161C3-930A-50CE-D3B8-C1429E6F2422}"/>
              </a:ext>
            </a:extLst>
          </p:cNvPr>
          <p:cNvSpPr>
            <a:spLocks noGrp="1"/>
          </p:cNvSpPr>
          <p:nvPr>
            <p:ph type="pic" sz="quarter" idx="13" hasCustomPrompt="1"/>
          </p:nvPr>
        </p:nvSpPr>
        <p:spPr>
          <a:xfrm>
            <a:off x="533400" y="533399"/>
            <a:ext cx="7086600" cy="5791199"/>
          </a:xfrm>
          <a:blipFill>
            <a:blip r:embed="rId2">
              <a:alphaModFix amt="70000"/>
            </a:blip>
            <a:stretch>
              <a:fillRect/>
            </a:stretch>
          </a:blipFill>
          <a:effectLst>
            <a:outerShdw blurRad="203200" dist="12700" dir="7800000" algn="r" rotWithShape="0">
              <a:prstClr val="black">
                <a:alpha val="10000"/>
              </a:prstClr>
            </a:outerShdw>
          </a:effectLst>
        </p:spPr>
        <p:txBody>
          <a:bodyPr rtlCol="0"/>
          <a:lstStyle>
            <a:lvl1pPr marL="0" indent="0">
              <a:buNone/>
              <a:defRPr/>
            </a:lvl1pPr>
          </a:lstStyle>
          <a:p>
            <a:pPr rtl="0"/>
            <a:r>
              <a:rPr lang="fr"/>
              <a:t> </a:t>
            </a:r>
          </a:p>
        </p:txBody>
      </p:sp>
      <p:sp>
        <p:nvSpPr>
          <p:cNvPr id="3" name="Espace réservé du contenu 2">
            <a:extLst>
              <a:ext uri="{FF2B5EF4-FFF2-40B4-BE49-F238E27FC236}">
                <a16:creationId xmlns:a16="http://schemas.microsoft.com/office/drawing/2014/main" id="{1D0AB536-3625-6C4C-BCE1-4533963FDEC5}"/>
              </a:ext>
            </a:extLst>
          </p:cNvPr>
          <p:cNvSpPr>
            <a:spLocks noGrp="1"/>
          </p:cNvSpPr>
          <p:nvPr>
            <p:ph idx="1"/>
          </p:nvPr>
        </p:nvSpPr>
        <p:spPr>
          <a:xfrm>
            <a:off x="8043065" y="2170611"/>
            <a:ext cx="3628786" cy="4162372"/>
          </a:xfrm>
        </p:spPr>
        <p:txBody>
          <a:bodyPr rtlCol="0"/>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endParaRPr lang="en-US" dirty="0"/>
          </a:p>
        </p:txBody>
      </p:sp>
      <p:sp>
        <p:nvSpPr>
          <p:cNvPr id="5" name="Espace réservé du pied de page 4">
            <a:extLst>
              <a:ext uri="{FF2B5EF4-FFF2-40B4-BE49-F238E27FC236}">
                <a16:creationId xmlns:a16="http://schemas.microsoft.com/office/drawing/2014/main" id="{B97D1377-BC65-5D42-5EC9-BECE6F765322}"/>
              </a:ext>
            </a:extLst>
          </p:cNvPr>
          <p:cNvSpPr>
            <a:spLocks noGrp="1"/>
          </p:cNvSpPr>
          <p:nvPr>
            <p:ph type="ftr" sz="quarter" idx="11"/>
          </p:nvPr>
        </p:nvSpPr>
        <p:spPr/>
        <p:txBody>
          <a:bodyPr rtlCol="0"/>
          <a:lstStyle/>
          <a:p>
            <a:pPr rtl="0"/>
            <a:r>
              <a:rPr lang="fr"/>
              <a:t>Exemple de Texte de Pied de page</a:t>
            </a:r>
          </a:p>
        </p:txBody>
      </p:sp>
      <p:sp>
        <p:nvSpPr>
          <p:cNvPr id="4" name="Espace réservé de la date 3">
            <a:extLst>
              <a:ext uri="{FF2B5EF4-FFF2-40B4-BE49-F238E27FC236}">
                <a16:creationId xmlns:a16="http://schemas.microsoft.com/office/drawing/2014/main" id="{0EEF9179-12AA-40A3-63A0-84A6ED06611F}"/>
              </a:ext>
            </a:extLst>
          </p:cNvPr>
          <p:cNvSpPr>
            <a:spLocks noGrp="1"/>
          </p:cNvSpPr>
          <p:nvPr>
            <p:ph type="dt" sz="half" idx="10"/>
          </p:nvPr>
        </p:nvSpPr>
        <p:spPr>
          <a:xfrm>
            <a:off x="8029813" y="6426091"/>
            <a:ext cx="3144025" cy="365125"/>
          </a:xfrm>
        </p:spPr>
        <p:txBody>
          <a:bodyPr rtlCol="0"/>
          <a:lstStyle/>
          <a:p>
            <a:pPr rtl="0"/>
            <a:r>
              <a:rPr lang="en-US"/>
              <a:t>4/8/2025</a:t>
            </a:r>
          </a:p>
        </p:txBody>
      </p:sp>
      <p:sp>
        <p:nvSpPr>
          <p:cNvPr id="6" name="Espace réservé du numéro de diapositive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rtlCol="0"/>
          <a:lstStyle/>
          <a:p>
            <a:pPr rtl="0"/>
            <a:fld id="{DD84031F-D6BF-4677-B12E-7D8B88BA70F7}" type="slidenum">
              <a:rPr lang="en-US" smtClean="0"/>
              <a:t>‹n°›</a:t>
            </a:fld>
            <a:endParaRPr lang="en-US"/>
          </a:p>
        </p:txBody>
      </p:sp>
      <p:cxnSp>
        <p:nvCxnSpPr>
          <p:cNvPr id="7" name="Connecteur droit 6">
            <a:extLst>
              <a:ext uri="{FF2B5EF4-FFF2-40B4-BE49-F238E27FC236}">
                <a16:creationId xmlns:a16="http://schemas.microsoft.com/office/drawing/2014/main" id="{789C51D6-8120-DE83-0A77-B4C479640664}"/>
              </a:ext>
            </a:extLst>
          </p:cNvPr>
          <p:cNvCxnSpPr>
            <a:cxnSpLocks/>
          </p:cNvCxnSpPr>
          <p:nvPr/>
        </p:nvCxnSpPr>
        <p:spPr>
          <a:xfrm>
            <a:off x="8153400" y="1892587"/>
            <a:ext cx="3505200"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67635702"/>
      </p:ext>
    </p:extLst>
  </p:cSld>
  <p:clrMapOvr>
    <a:overrideClrMapping bg1="lt1" tx1="dk1" bg2="lt2" tx2="dk2" accent1="accent1" accent2="accent2" accent3="accent3" accent4="accent4" accent5="accent5" accent6="accent6" hlink="hlink" folHlink="folHlink"/>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p:cSld name="Contenu avec Image 8">
    <p:bg>
      <p:bgRef idx="1001">
        <a:schemeClr val="bg1"/>
      </p:bgRef>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C7A09BB-8293-7DED-F5BF-8F3DA4B5760B}"/>
              </a:ext>
            </a:extLst>
          </p:cNvPr>
          <p:cNvSpPr>
            <a:spLocks noGrp="1"/>
          </p:cNvSpPr>
          <p:nvPr>
            <p:ph type="title"/>
          </p:nvPr>
        </p:nvSpPr>
        <p:spPr>
          <a:xfrm>
            <a:off x="4848555" y="512011"/>
            <a:ext cx="6792069" cy="1259920"/>
          </a:xfrm>
        </p:spPr>
        <p:txBody>
          <a:bodyPr rtlCol="0" anchor="b"/>
          <a:lstStyle/>
          <a:p>
            <a:pPr rtl="0"/>
            <a:r>
              <a:rPr lang="fr"/>
              <a:t>Modifiez le style du titre</a:t>
            </a:r>
            <a:endParaRPr lang="en-US" dirty="0"/>
          </a:p>
        </p:txBody>
      </p:sp>
      <p:sp>
        <p:nvSpPr>
          <p:cNvPr id="10" name="Espace réservé d’image 8">
            <a:extLst>
              <a:ext uri="{FF2B5EF4-FFF2-40B4-BE49-F238E27FC236}">
                <a16:creationId xmlns:a16="http://schemas.microsoft.com/office/drawing/2014/main" id="{29A161C3-930A-50CE-D3B8-C1429E6F2422}"/>
              </a:ext>
            </a:extLst>
          </p:cNvPr>
          <p:cNvSpPr>
            <a:spLocks noGrp="1"/>
          </p:cNvSpPr>
          <p:nvPr>
            <p:ph type="pic" sz="quarter" idx="13" hasCustomPrompt="1"/>
          </p:nvPr>
        </p:nvSpPr>
        <p:spPr>
          <a:xfrm>
            <a:off x="533400" y="533399"/>
            <a:ext cx="3886200" cy="5791201"/>
          </a:xfrm>
          <a:blipFill dpi="0" rotWithShape="1">
            <a:blip r:embed="rId2">
              <a:alphaModFix amt="70000"/>
            </a:blip>
            <a:srcRect/>
            <a:stretch>
              <a:fillRect/>
            </a:stretch>
          </a:blipFill>
          <a:effectLst>
            <a:outerShdw blurRad="203200" dist="12700" dir="7800000" algn="r" rotWithShape="0">
              <a:prstClr val="black">
                <a:alpha val="10000"/>
              </a:prstClr>
            </a:outerShdw>
          </a:effectLst>
        </p:spPr>
        <p:txBody>
          <a:bodyPr rtlCol="0"/>
          <a:lstStyle>
            <a:lvl1pPr marL="0" indent="0">
              <a:buNone/>
              <a:defRPr/>
            </a:lvl1pPr>
          </a:lstStyle>
          <a:p>
            <a:pPr rtl="0"/>
            <a:r>
              <a:rPr lang="fr"/>
              <a:t> </a:t>
            </a:r>
          </a:p>
        </p:txBody>
      </p:sp>
      <p:sp>
        <p:nvSpPr>
          <p:cNvPr id="5" name="Espace réservé du pied de page 4">
            <a:extLst>
              <a:ext uri="{FF2B5EF4-FFF2-40B4-BE49-F238E27FC236}">
                <a16:creationId xmlns:a16="http://schemas.microsoft.com/office/drawing/2014/main" id="{B97D1377-BC65-5D42-5EC9-BECE6F765322}"/>
              </a:ext>
            </a:extLst>
          </p:cNvPr>
          <p:cNvSpPr>
            <a:spLocks noGrp="1"/>
          </p:cNvSpPr>
          <p:nvPr>
            <p:ph type="ftr" sz="quarter" idx="11"/>
          </p:nvPr>
        </p:nvSpPr>
        <p:spPr>
          <a:xfrm>
            <a:off x="434857" y="6426091"/>
            <a:ext cx="4137143" cy="365125"/>
          </a:xfrm>
        </p:spPr>
        <p:txBody>
          <a:bodyPr rtlCol="0"/>
          <a:lstStyle/>
          <a:p>
            <a:pPr rtl="0"/>
            <a:r>
              <a:rPr lang="fr"/>
              <a:t>Exemple de texte de pied de page</a:t>
            </a:r>
          </a:p>
        </p:txBody>
      </p:sp>
      <p:sp>
        <p:nvSpPr>
          <p:cNvPr id="3" name="Espace réservé du contenu 2">
            <a:extLst>
              <a:ext uri="{FF2B5EF4-FFF2-40B4-BE49-F238E27FC236}">
                <a16:creationId xmlns:a16="http://schemas.microsoft.com/office/drawing/2014/main" id="{1D0AB536-3625-6C4C-BCE1-4533963FDEC5}"/>
              </a:ext>
            </a:extLst>
          </p:cNvPr>
          <p:cNvSpPr>
            <a:spLocks noGrp="1"/>
          </p:cNvSpPr>
          <p:nvPr>
            <p:ph idx="1"/>
          </p:nvPr>
        </p:nvSpPr>
        <p:spPr>
          <a:xfrm>
            <a:off x="4848555" y="2148840"/>
            <a:ext cx="6792069" cy="4162372"/>
          </a:xfrm>
        </p:spPr>
        <p:txBody>
          <a:bodyPr rtlCol="0"/>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endParaRPr lang="en-US" dirty="0"/>
          </a:p>
        </p:txBody>
      </p:sp>
      <p:sp>
        <p:nvSpPr>
          <p:cNvPr id="4" name="Espace réservé de la date 3">
            <a:extLst>
              <a:ext uri="{FF2B5EF4-FFF2-40B4-BE49-F238E27FC236}">
                <a16:creationId xmlns:a16="http://schemas.microsoft.com/office/drawing/2014/main" id="{0EEF9179-12AA-40A3-63A0-84A6ED06611F}"/>
              </a:ext>
            </a:extLst>
          </p:cNvPr>
          <p:cNvSpPr>
            <a:spLocks noGrp="1"/>
          </p:cNvSpPr>
          <p:nvPr>
            <p:ph type="dt" sz="half" idx="10"/>
          </p:nvPr>
        </p:nvSpPr>
        <p:spPr/>
        <p:txBody>
          <a:bodyPr rtlCol="0"/>
          <a:lstStyle/>
          <a:p>
            <a:pPr rtl="0"/>
            <a:r>
              <a:rPr lang="en-US"/>
              <a:t>4/8/2025</a:t>
            </a:r>
          </a:p>
        </p:txBody>
      </p:sp>
      <p:sp>
        <p:nvSpPr>
          <p:cNvPr id="6" name="Espace réservé du numéro de diapositive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rtlCol="0"/>
          <a:lstStyle/>
          <a:p>
            <a:pPr rtl="0"/>
            <a:fld id="{DD84031F-D6BF-4677-B12E-7D8B88BA70F7}" type="slidenum">
              <a:rPr lang="en-US" smtClean="0"/>
              <a:t>‹n°›</a:t>
            </a:fld>
            <a:endParaRPr lang="en-US"/>
          </a:p>
        </p:txBody>
      </p:sp>
      <p:cxnSp>
        <p:nvCxnSpPr>
          <p:cNvPr id="7" name="Connecteur droit 6">
            <a:extLst>
              <a:ext uri="{FF2B5EF4-FFF2-40B4-BE49-F238E27FC236}">
                <a16:creationId xmlns:a16="http://schemas.microsoft.com/office/drawing/2014/main" id="{789C51D6-8120-DE83-0A77-B4C479640664}"/>
              </a:ext>
            </a:extLst>
          </p:cNvPr>
          <p:cNvCxnSpPr>
            <a:cxnSpLocks/>
          </p:cNvCxnSpPr>
          <p:nvPr/>
        </p:nvCxnSpPr>
        <p:spPr>
          <a:xfrm>
            <a:off x="4953000" y="1892587"/>
            <a:ext cx="6705600"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181695599"/>
      </p:ext>
    </p:extLst>
  </p:cSld>
  <p:clrMapOvr>
    <a:overrideClrMapping bg1="lt1" tx1="dk1" bg2="lt2" tx2="dk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p:cSld name="Contenu avec image 9">
    <p:bg>
      <p:bgRef idx="1001">
        <a:schemeClr val="bg1"/>
      </p:bgRef>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C7A09BB-8293-7DED-F5BF-8F3DA4B5760B}"/>
              </a:ext>
            </a:extLst>
          </p:cNvPr>
          <p:cNvSpPr>
            <a:spLocks noGrp="1"/>
          </p:cNvSpPr>
          <p:nvPr>
            <p:ph type="title"/>
          </p:nvPr>
        </p:nvSpPr>
        <p:spPr>
          <a:xfrm>
            <a:off x="8621935" y="691867"/>
            <a:ext cx="3052570" cy="2011680"/>
          </a:xfrm>
        </p:spPr>
        <p:txBody>
          <a:bodyPr rtlCol="0"/>
          <a:lstStyle/>
          <a:p>
            <a:pPr rtl="0"/>
            <a:r>
              <a:rPr lang="fr"/>
              <a:t>Modifiez le style du titre</a:t>
            </a:r>
            <a:endParaRPr lang="en-US" dirty="0"/>
          </a:p>
        </p:txBody>
      </p:sp>
      <p:sp>
        <p:nvSpPr>
          <p:cNvPr id="14" name="Espace réservé d’image 8">
            <a:extLst>
              <a:ext uri="{FF2B5EF4-FFF2-40B4-BE49-F238E27FC236}">
                <a16:creationId xmlns:a16="http://schemas.microsoft.com/office/drawing/2014/main" id="{6BC46AA6-BED0-04C6-38E0-12160144CC38}"/>
              </a:ext>
            </a:extLst>
          </p:cNvPr>
          <p:cNvSpPr>
            <a:spLocks noGrp="1"/>
          </p:cNvSpPr>
          <p:nvPr>
            <p:ph type="pic" sz="quarter" idx="13" hasCustomPrompt="1"/>
          </p:nvPr>
        </p:nvSpPr>
        <p:spPr>
          <a:xfrm>
            <a:off x="533399" y="533400"/>
            <a:ext cx="7667626" cy="5788757"/>
          </a:xfrm>
          <a:blipFill>
            <a:blip r:embed="rId2">
              <a:alphaModFix amt="70000"/>
            </a:blip>
            <a:stretch>
              <a:fillRect/>
            </a:stretch>
          </a:blipFill>
          <a:effectLst>
            <a:outerShdw blurRad="203200" dist="12700" dir="7800000" algn="r" rotWithShape="0">
              <a:prstClr val="black">
                <a:alpha val="10000"/>
              </a:prstClr>
            </a:outerShdw>
          </a:effectLst>
        </p:spPr>
        <p:txBody>
          <a:bodyPr vert="horz" lIns="91440" tIns="45720" rIns="91440" bIns="45720" rtlCol="0">
            <a:normAutofit/>
          </a:bodyPr>
          <a:lstStyle>
            <a:lvl1pPr marL="0" indent="0">
              <a:buNone/>
              <a:defRPr lang="en-US"/>
            </a:lvl1pPr>
          </a:lstStyle>
          <a:p>
            <a:pPr lvl="0" rtl="0"/>
            <a:r>
              <a:rPr lang="fr"/>
              <a:t> </a:t>
            </a:r>
          </a:p>
        </p:txBody>
      </p:sp>
      <p:sp>
        <p:nvSpPr>
          <p:cNvPr id="3" name="Espace réservé du contenu 2">
            <a:extLst>
              <a:ext uri="{FF2B5EF4-FFF2-40B4-BE49-F238E27FC236}">
                <a16:creationId xmlns:a16="http://schemas.microsoft.com/office/drawing/2014/main" id="{1D0AB536-3625-6C4C-BCE1-4533963FDEC5}"/>
              </a:ext>
            </a:extLst>
          </p:cNvPr>
          <p:cNvSpPr>
            <a:spLocks noGrp="1"/>
          </p:cNvSpPr>
          <p:nvPr>
            <p:ph idx="1"/>
          </p:nvPr>
        </p:nvSpPr>
        <p:spPr>
          <a:xfrm>
            <a:off x="8621935" y="2889848"/>
            <a:ext cx="3052570" cy="3434752"/>
          </a:xfrm>
        </p:spPr>
        <p:txBody>
          <a:bodyPr rtlCol="0"/>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endParaRPr lang="en-US" dirty="0"/>
          </a:p>
        </p:txBody>
      </p:sp>
      <p:sp>
        <p:nvSpPr>
          <p:cNvPr id="18" name="Espace réservé du pied de page 17">
            <a:extLst>
              <a:ext uri="{FF2B5EF4-FFF2-40B4-BE49-F238E27FC236}">
                <a16:creationId xmlns:a16="http://schemas.microsoft.com/office/drawing/2014/main" id="{5C6323EE-3C7E-2716-8BD0-C89545F04FC6}"/>
              </a:ext>
            </a:extLst>
          </p:cNvPr>
          <p:cNvSpPr>
            <a:spLocks noGrp="1"/>
          </p:cNvSpPr>
          <p:nvPr>
            <p:ph type="ftr" sz="quarter" idx="15"/>
          </p:nvPr>
        </p:nvSpPr>
        <p:spPr/>
        <p:txBody>
          <a:bodyPr rtlCol="0"/>
          <a:lstStyle/>
          <a:p>
            <a:pPr rtl="0"/>
            <a:r>
              <a:rPr lang="fr"/>
              <a:t>Exemple de texte de pied de page</a:t>
            </a:r>
          </a:p>
        </p:txBody>
      </p:sp>
      <p:sp>
        <p:nvSpPr>
          <p:cNvPr id="17" name="Espace réservé de la date 16">
            <a:extLst>
              <a:ext uri="{FF2B5EF4-FFF2-40B4-BE49-F238E27FC236}">
                <a16:creationId xmlns:a16="http://schemas.microsoft.com/office/drawing/2014/main" id="{F01E841F-9F6D-0E74-84D5-4BA2AF78F5C2}"/>
              </a:ext>
            </a:extLst>
          </p:cNvPr>
          <p:cNvSpPr>
            <a:spLocks noGrp="1"/>
          </p:cNvSpPr>
          <p:nvPr>
            <p:ph type="dt" sz="half" idx="14"/>
          </p:nvPr>
        </p:nvSpPr>
        <p:spPr/>
        <p:txBody>
          <a:bodyPr rtlCol="0"/>
          <a:lstStyle/>
          <a:p>
            <a:pPr rtl="0"/>
            <a:r>
              <a:rPr lang="en-US"/>
              <a:t>4/8/2025</a:t>
            </a:r>
          </a:p>
        </p:txBody>
      </p:sp>
      <p:sp>
        <p:nvSpPr>
          <p:cNvPr id="19" name="Espace réservé du numéro de diapositive 18">
            <a:extLst>
              <a:ext uri="{FF2B5EF4-FFF2-40B4-BE49-F238E27FC236}">
                <a16:creationId xmlns:a16="http://schemas.microsoft.com/office/drawing/2014/main" id="{ACE2DCFD-EFAB-71DF-776D-014822C0ABEC}"/>
              </a:ext>
            </a:extLst>
          </p:cNvPr>
          <p:cNvSpPr>
            <a:spLocks noGrp="1"/>
          </p:cNvSpPr>
          <p:nvPr>
            <p:ph type="sldNum" sz="quarter" idx="16"/>
          </p:nvPr>
        </p:nvSpPr>
        <p:spPr/>
        <p:txBody>
          <a:bodyPr rtlCol="0"/>
          <a:lstStyle/>
          <a:p>
            <a:pPr rtl="0"/>
            <a:fld id="{DD84031F-D6BF-4677-B12E-7D8B88BA70F7}" type="slidenum">
              <a:rPr lang="en-US" smtClean="0"/>
              <a:t>‹n°›</a:t>
            </a:fld>
            <a:endParaRPr lang="en-US"/>
          </a:p>
        </p:txBody>
      </p:sp>
      <p:cxnSp>
        <p:nvCxnSpPr>
          <p:cNvPr id="7" name="Connecteur droit 6">
            <a:extLst>
              <a:ext uri="{FF2B5EF4-FFF2-40B4-BE49-F238E27FC236}">
                <a16:creationId xmlns:a16="http://schemas.microsoft.com/office/drawing/2014/main" id="{2CFBB608-C785-A34D-1B6D-96361A676495}"/>
              </a:ext>
            </a:extLst>
          </p:cNvPr>
          <p:cNvCxnSpPr>
            <a:cxnSpLocks/>
          </p:cNvCxnSpPr>
          <p:nvPr/>
        </p:nvCxnSpPr>
        <p:spPr>
          <a:xfrm>
            <a:off x="8727541" y="533400"/>
            <a:ext cx="2931060"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021401440"/>
      </p:ext>
    </p:extLst>
  </p:cSld>
  <p:clrMapOvr>
    <a:overrideClrMapping bg1="lt1" tx1="dk1" bg2="lt2" tx2="dk2" accent1="accent1" accent2="accent2" accent3="accent3" accent4="accent4" accent5="accent5" accent6="accent6" hlink="hlink" folHlink="folHlink"/>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p:cSld name="Contenu avec image 10">
    <p:bg>
      <p:bgRef idx="1001">
        <a:schemeClr val="bg1"/>
      </p:bgRef>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C7A09BB-8293-7DED-F5BF-8F3DA4B5760B}"/>
              </a:ext>
            </a:extLst>
          </p:cNvPr>
          <p:cNvSpPr>
            <a:spLocks noGrp="1"/>
          </p:cNvSpPr>
          <p:nvPr>
            <p:ph type="title"/>
          </p:nvPr>
        </p:nvSpPr>
        <p:spPr>
          <a:xfrm>
            <a:off x="422401" y="691866"/>
            <a:ext cx="3448141" cy="2247273"/>
          </a:xfrm>
        </p:spPr>
        <p:txBody>
          <a:bodyPr rtlCol="0"/>
          <a:lstStyle/>
          <a:p>
            <a:pPr rtl="0"/>
            <a:r>
              <a:rPr lang="fr"/>
              <a:t>Modifiez le style du titre</a:t>
            </a:r>
            <a:endParaRPr lang="en-US" dirty="0"/>
          </a:p>
        </p:txBody>
      </p:sp>
      <p:sp>
        <p:nvSpPr>
          <p:cNvPr id="10" name="Espace réservé d’image 8">
            <a:extLst>
              <a:ext uri="{FF2B5EF4-FFF2-40B4-BE49-F238E27FC236}">
                <a16:creationId xmlns:a16="http://schemas.microsoft.com/office/drawing/2014/main" id="{C4C6F3D6-B9C8-D66A-B29A-CE5D5FBDE500}"/>
              </a:ext>
            </a:extLst>
          </p:cNvPr>
          <p:cNvSpPr>
            <a:spLocks noGrp="1"/>
          </p:cNvSpPr>
          <p:nvPr>
            <p:ph type="pic" sz="quarter" idx="13" hasCustomPrompt="1"/>
          </p:nvPr>
        </p:nvSpPr>
        <p:spPr>
          <a:xfrm>
            <a:off x="4419600" y="530353"/>
            <a:ext cx="7239000" cy="4019112"/>
          </a:xfrm>
          <a:blipFill>
            <a:blip r:embed="rId2">
              <a:alphaModFix amt="70000"/>
            </a:blip>
            <a:stretch>
              <a:fillRect/>
            </a:stretch>
          </a:blipFill>
          <a:effectLst>
            <a:outerShdw blurRad="190500" dir="14400000" algn="r" rotWithShape="0">
              <a:prstClr val="black">
                <a:alpha val="10000"/>
              </a:prstClr>
            </a:outerShdw>
          </a:effectLst>
        </p:spPr>
        <p:txBody>
          <a:bodyPr rtlCol="0"/>
          <a:lstStyle>
            <a:lvl1pPr marL="0" indent="0">
              <a:buNone/>
              <a:defRPr/>
            </a:lvl1pPr>
          </a:lstStyle>
          <a:p>
            <a:pPr rtl="0"/>
            <a:r>
              <a:rPr lang="fr"/>
              <a:t> </a:t>
            </a:r>
          </a:p>
        </p:txBody>
      </p:sp>
      <p:sp>
        <p:nvSpPr>
          <p:cNvPr id="3" name="Espace réservé du contenu 2">
            <a:extLst>
              <a:ext uri="{FF2B5EF4-FFF2-40B4-BE49-F238E27FC236}">
                <a16:creationId xmlns:a16="http://schemas.microsoft.com/office/drawing/2014/main" id="{1D0AB536-3625-6C4C-BCE1-4533963FDEC5}"/>
              </a:ext>
            </a:extLst>
          </p:cNvPr>
          <p:cNvSpPr>
            <a:spLocks noGrp="1"/>
          </p:cNvSpPr>
          <p:nvPr>
            <p:ph idx="1"/>
          </p:nvPr>
        </p:nvSpPr>
        <p:spPr>
          <a:xfrm>
            <a:off x="4405470" y="4735286"/>
            <a:ext cx="7239000" cy="1424879"/>
          </a:xfrm>
        </p:spPr>
        <p:txBody>
          <a:bodyPr rtlCol="0"/>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endParaRPr lang="en-US" dirty="0"/>
          </a:p>
        </p:txBody>
      </p:sp>
      <p:sp>
        <p:nvSpPr>
          <p:cNvPr id="5" name="Espace réservé du pied de page 4">
            <a:extLst>
              <a:ext uri="{FF2B5EF4-FFF2-40B4-BE49-F238E27FC236}">
                <a16:creationId xmlns:a16="http://schemas.microsoft.com/office/drawing/2014/main" id="{B97D1377-BC65-5D42-5EC9-BECE6F765322}"/>
              </a:ext>
            </a:extLst>
          </p:cNvPr>
          <p:cNvSpPr>
            <a:spLocks noGrp="1"/>
          </p:cNvSpPr>
          <p:nvPr>
            <p:ph type="ftr" sz="quarter" idx="11"/>
          </p:nvPr>
        </p:nvSpPr>
        <p:spPr/>
        <p:txBody>
          <a:bodyPr rtlCol="0"/>
          <a:lstStyle/>
          <a:p>
            <a:pPr rtl="0"/>
            <a:r>
              <a:rPr lang="fr"/>
              <a:t>Exemple de Texte de Pied de page</a:t>
            </a:r>
          </a:p>
        </p:txBody>
      </p:sp>
      <p:sp>
        <p:nvSpPr>
          <p:cNvPr id="4" name="Espace réservé de la date 3">
            <a:extLst>
              <a:ext uri="{FF2B5EF4-FFF2-40B4-BE49-F238E27FC236}">
                <a16:creationId xmlns:a16="http://schemas.microsoft.com/office/drawing/2014/main" id="{0EEF9179-12AA-40A3-63A0-84A6ED06611F}"/>
              </a:ext>
            </a:extLst>
          </p:cNvPr>
          <p:cNvSpPr>
            <a:spLocks noGrp="1"/>
          </p:cNvSpPr>
          <p:nvPr>
            <p:ph type="dt" sz="half" idx="10"/>
          </p:nvPr>
        </p:nvSpPr>
        <p:spPr/>
        <p:txBody>
          <a:bodyPr rtlCol="0"/>
          <a:lstStyle/>
          <a:p>
            <a:pPr rtl="0"/>
            <a:r>
              <a:rPr lang="en-US"/>
              <a:t>4/8/2025</a:t>
            </a:r>
          </a:p>
        </p:txBody>
      </p:sp>
      <p:sp>
        <p:nvSpPr>
          <p:cNvPr id="6" name="Espace réservé du numéro de diapositive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rtlCol="0"/>
          <a:lstStyle/>
          <a:p>
            <a:pPr rtl="0"/>
            <a:fld id="{DD84031F-D6BF-4677-B12E-7D8B88BA70F7}" type="slidenum">
              <a:rPr lang="en-US" smtClean="0"/>
              <a:t>‹n°›</a:t>
            </a:fld>
            <a:endParaRPr lang="en-US"/>
          </a:p>
        </p:txBody>
      </p:sp>
      <p:cxnSp>
        <p:nvCxnSpPr>
          <p:cNvPr id="7" name="Connecteur droit 6">
            <a:extLst>
              <a:ext uri="{FF2B5EF4-FFF2-40B4-BE49-F238E27FC236}">
                <a16:creationId xmlns:a16="http://schemas.microsoft.com/office/drawing/2014/main" id="{4A0C081E-1CAD-8E64-5453-4CC21A0A90FD}"/>
              </a:ext>
            </a:extLst>
          </p:cNvPr>
          <p:cNvCxnSpPr>
            <a:cxnSpLocks/>
          </p:cNvCxnSpPr>
          <p:nvPr/>
        </p:nvCxnSpPr>
        <p:spPr>
          <a:xfrm>
            <a:off x="530274" y="530352"/>
            <a:ext cx="3354124"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8" name="Connecteur droit 7">
            <a:extLst>
              <a:ext uri="{FF2B5EF4-FFF2-40B4-BE49-F238E27FC236}">
                <a16:creationId xmlns:a16="http://schemas.microsoft.com/office/drawing/2014/main" id="{A04E4891-5C32-2FDE-C242-EDBA3B5D1AC4}"/>
              </a:ext>
            </a:extLst>
          </p:cNvPr>
          <p:cNvCxnSpPr>
            <a:cxnSpLocks/>
          </p:cNvCxnSpPr>
          <p:nvPr/>
        </p:nvCxnSpPr>
        <p:spPr>
          <a:xfrm>
            <a:off x="533400" y="6326367"/>
            <a:ext cx="11125200"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48395801"/>
      </p:ext>
    </p:extLst>
  </p:cSld>
  <p:clrMapOvr>
    <a:overrideClrMapping bg1="lt1" tx1="dk1" bg2="lt2" tx2="dk2" accent1="accent1" accent2="accent2" accent3="accent3" accent4="accent4" accent5="accent5" accent6="accent6" hlink="hlink" folHlink="folHlink"/>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p:cSld name="Contenu avec image 11">
    <p:bg>
      <p:bgRef idx="1001">
        <a:schemeClr val="bg1"/>
      </p:bgRef>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C7A09BB-8293-7DED-F5BF-8F3DA4B5760B}"/>
              </a:ext>
            </a:extLst>
          </p:cNvPr>
          <p:cNvSpPr>
            <a:spLocks noGrp="1"/>
          </p:cNvSpPr>
          <p:nvPr>
            <p:ph type="title"/>
          </p:nvPr>
        </p:nvSpPr>
        <p:spPr>
          <a:xfrm>
            <a:off x="419756" y="691866"/>
            <a:ext cx="3540062" cy="2247273"/>
          </a:xfrm>
        </p:spPr>
        <p:txBody>
          <a:bodyPr rtlCol="0"/>
          <a:lstStyle/>
          <a:p>
            <a:pPr rtl="0"/>
            <a:r>
              <a:rPr lang="fr"/>
              <a:t>Modifiez le style du titre</a:t>
            </a:r>
            <a:endParaRPr lang="en-US" dirty="0"/>
          </a:p>
        </p:txBody>
      </p:sp>
      <p:sp>
        <p:nvSpPr>
          <p:cNvPr id="10" name="Espace réservé d’image 8">
            <a:extLst>
              <a:ext uri="{FF2B5EF4-FFF2-40B4-BE49-F238E27FC236}">
                <a16:creationId xmlns:a16="http://schemas.microsoft.com/office/drawing/2014/main" id="{C4C6F3D6-B9C8-D66A-B29A-CE5D5FBDE500}"/>
              </a:ext>
            </a:extLst>
          </p:cNvPr>
          <p:cNvSpPr>
            <a:spLocks noGrp="1"/>
          </p:cNvSpPr>
          <p:nvPr>
            <p:ph type="pic" sz="quarter" idx="13" hasCustomPrompt="1"/>
          </p:nvPr>
        </p:nvSpPr>
        <p:spPr>
          <a:xfrm>
            <a:off x="4419600" y="533400"/>
            <a:ext cx="7239000" cy="3157452"/>
          </a:xfrm>
          <a:blipFill>
            <a:blip r:embed="rId2">
              <a:alphaModFix amt="70000"/>
            </a:blip>
            <a:stretch>
              <a:fillRect/>
            </a:stretch>
          </a:blipFill>
          <a:effectLst>
            <a:outerShdw blurRad="190500" dir="14400000" algn="r" rotWithShape="0">
              <a:prstClr val="black">
                <a:alpha val="10000"/>
              </a:prstClr>
            </a:outerShdw>
          </a:effectLst>
        </p:spPr>
        <p:txBody>
          <a:bodyPr rtlCol="0"/>
          <a:lstStyle>
            <a:lvl1pPr marL="0" indent="0">
              <a:buNone/>
              <a:defRPr/>
            </a:lvl1pPr>
          </a:lstStyle>
          <a:p>
            <a:pPr rtl="0"/>
            <a:r>
              <a:rPr lang="fr"/>
              <a:t> </a:t>
            </a:r>
          </a:p>
        </p:txBody>
      </p:sp>
      <p:sp>
        <p:nvSpPr>
          <p:cNvPr id="3" name="Espace réservé du contenu 2">
            <a:extLst>
              <a:ext uri="{FF2B5EF4-FFF2-40B4-BE49-F238E27FC236}">
                <a16:creationId xmlns:a16="http://schemas.microsoft.com/office/drawing/2014/main" id="{1D0AB536-3625-6C4C-BCE1-4533963FDEC5}"/>
              </a:ext>
            </a:extLst>
          </p:cNvPr>
          <p:cNvSpPr>
            <a:spLocks noGrp="1"/>
          </p:cNvSpPr>
          <p:nvPr>
            <p:ph idx="1"/>
          </p:nvPr>
        </p:nvSpPr>
        <p:spPr>
          <a:xfrm>
            <a:off x="4419600" y="3933645"/>
            <a:ext cx="7261323" cy="2382111"/>
          </a:xfrm>
        </p:spPr>
        <p:txBody>
          <a:bodyPr rtlCol="0"/>
          <a:lstStyle>
            <a:lvl1pPr marL="0" indent="0">
              <a:buFont typeface="Arial" panose="020B0604020202020204" pitchFamily="34" charset="0"/>
              <a:buNone/>
              <a:defRPr/>
            </a:lvl1pPr>
            <a:lvl2pPr marL="457200" indent="0">
              <a:buFont typeface="Arial" panose="020B0604020202020204" pitchFamily="34" charset="0"/>
              <a:buNone/>
              <a:defRPr/>
            </a:lvl2pPr>
            <a:lvl3pPr marL="914400" indent="0">
              <a:buFont typeface="Arial" panose="020B0604020202020204" pitchFamily="34" charset="0"/>
              <a:buNone/>
              <a:defRPr/>
            </a:lvl3pPr>
            <a:lvl4pPr marL="1371600" indent="0">
              <a:buFont typeface="Arial" panose="020B0604020202020204" pitchFamily="34" charset="0"/>
              <a:buNone/>
              <a:defRPr/>
            </a:lvl4pPr>
            <a:lvl5pPr marL="1828800" indent="0">
              <a:buFont typeface="Arial" panose="020B0604020202020204" pitchFamily="34" charset="0"/>
              <a:buNone/>
              <a:defRPr/>
            </a:lvl5pPr>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endParaRPr lang="en-US" dirty="0"/>
          </a:p>
        </p:txBody>
      </p:sp>
      <p:sp>
        <p:nvSpPr>
          <p:cNvPr id="5" name="Espace réservé du pied de page 4">
            <a:extLst>
              <a:ext uri="{FF2B5EF4-FFF2-40B4-BE49-F238E27FC236}">
                <a16:creationId xmlns:a16="http://schemas.microsoft.com/office/drawing/2014/main" id="{B97D1377-BC65-5D42-5EC9-BECE6F765322}"/>
              </a:ext>
            </a:extLst>
          </p:cNvPr>
          <p:cNvSpPr>
            <a:spLocks noGrp="1"/>
          </p:cNvSpPr>
          <p:nvPr>
            <p:ph type="ftr" sz="quarter" idx="11"/>
          </p:nvPr>
        </p:nvSpPr>
        <p:spPr/>
        <p:txBody>
          <a:bodyPr rtlCol="0"/>
          <a:lstStyle/>
          <a:p>
            <a:pPr rtl="0"/>
            <a:r>
              <a:rPr lang="fr"/>
              <a:t>Exemple de Texte de Pied de page</a:t>
            </a:r>
          </a:p>
        </p:txBody>
      </p:sp>
      <p:sp>
        <p:nvSpPr>
          <p:cNvPr id="4" name="Espace réservé de la date 3">
            <a:extLst>
              <a:ext uri="{FF2B5EF4-FFF2-40B4-BE49-F238E27FC236}">
                <a16:creationId xmlns:a16="http://schemas.microsoft.com/office/drawing/2014/main" id="{0EEF9179-12AA-40A3-63A0-84A6ED06611F}"/>
              </a:ext>
            </a:extLst>
          </p:cNvPr>
          <p:cNvSpPr>
            <a:spLocks noGrp="1"/>
          </p:cNvSpPr>
          <p:nvPr>
            <p:ph type="dt" sz="half" idx="10"/>
          </p:nvPr>
        </p:nvSpPr>
        <p:spPr/>
        <p:txBody>
          <a:bodyPr rtlCol="0"/>
          <a:lstStyle/>
          <a:p>
            <a:pPr rtl="0"/>
            <a:r>
              <a:rPr lang="en-US"/>
              <a:t>4/8/2025</a:t>
            </a:r>
          </a:p>
        </p:txBody>
      </p:sp>
      <p:sp>
        <p:nvSpPr>
          <p:cNvPr id="6" name="Espace réservé du numéro de diapositive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rtlCol="0"/>
          <a:lstStyle/>
          <a:p>
            <a:pPr rtl="0"/>
            <a:fld id="{DD84031F-D6BF-4677-B12E-7D8B88BA70F7}" type="slidenum">
              <a:rPr lang="en-US" smtClean="0"/>
              <a:t>‹n°›</a:t>
            </a:fld>
            <a:endParaRPr lang="en-US"/>
          </a:p>
        </p:txBody>
      </p:sp>
      <p:cxnSp>
        <p:nvCxnSpPr>
          <p:cNvPr id="7" name="Connecteur droit 6">
            <a:extLst>
              <a:ext uri="{FF2B5EF4-FFF2-40B4-BE49-F238E27FC236}">
                <a16:creationId xmlns:a16="http://schemas.microsoft.com/office/drawing/2014/main" id="{4A0C081E-1CAD-8E64-5453-4CC21A0A90FD}"/>
              </a:ext>
            </a:extLst>
          </p:cNvPr>
          <p:cNvCxnSpPr>
            <a:cxnSpLocks/>
          </p:cNvCxnSpPr>
          <p:nvPr/>
        </p:nvCxnSpPr>
        <p:spPr>
          <a:xfrm>
            <a:off x="533400" y="530352"/>
            <a:ext cx="3352800"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8" name="Connecteur droit 7">
            <a:extLst>
              <a:ext uri="{FF2B5EF4-FFF2-40B4-BE49-F238E27FC236}">
                <a16:creationId xmlns:a16="http://schemas.microsoft.com/office/drawing/2014/main" id="{A04E4891-5C32-2FDE-C242-EDBA3B5D1AC4}"/>
              </a:ext>
            </a:extLst>
          </p:cNvPr>
          <p:cNvCxnSpPr>
            <a:cxnSpLocks/>
          </p:cNvCxnSpPr>
          <p:nvPr/>
        </p:nvCxnSpPr>
        <p:spPr>
          <a:xfrm>
            <a:off x="533400" y="6324542"/>
            <a:ext cx="11125200"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31" name="Connecteur droit 30">
            <a:extLst>
              <a:ext uri="{FF2B5EF4-FFF2-40B4-BE49-F238E27FC236}">
                <a16:creationId xmlns:a16="http://schemas.microsoft.com/office/drawing/2014/main" id="{FF4D8D45-8224-ED36-94DF-FAE863F412D1}"/>
              </a:ext>
            </a:extLst>
          </p:cNvPr>
          <p:cNvCxnSpPr>
            <a:cxnSpLocks/>
          </p:cNvCxnSpPr>
          <p:nvPr/>
        </p:nvCxnSpPr>
        <p:spPr>
          <a:xfrm>
            <a:off x="5013762" y="1892587"/>
            <a:ext cx="6544099"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99844219"/>
      </p:ext>
    </p:extLst>
  </p:cSld>
  <p:clrMapOvr>
    <a:overrideClrMapping bg1="lt1" tx1="dk1" bg2="lt2" tx2="dk2" accent1="accent1" accent2="accent2" accent3="accent3" accent4="accent4" accent5="accent5" accent6="accent6" hlink="hlink" folHlink="folHlink"/>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p:cSld name="Contenu avec image 12">
    <p:bg>
      <p:bgRef idx="1001">
        <a:schemeClr val="bg1"/>
      </p:bgRef>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C7A09BB-8293-7DED-F5BF-8F3DA4B5760B}"/>
              </a:ext>
            </a:extLst>
          </p:cNvPr>
          <p:cNvSpPr>
            <a:spLocks noGrp="1"/>
          </p:cNvSpPr>
          <p:nvPr>
            <p:ph type="title"/>
          </p:nvPr>
        </p:nvSpPr>
        <p:spPr>
          <a:xfrm>
            <a:off x="422399" y="4829695"/>
            <a:ext cx="4289051" cy="1413164"/>
          </a:xfrm>
        </p:spPr>
        <p:txBody>
          <a:bodyPr rtlCol="0"/>
          <a:lstStyle/>
          <a:p>
            <a:pPr rtl="0"/>
            <a:r>
              <a:rPr lang="fr"/>
              <a:t>Modifiez le style du titre</a:t>
            </a:r>
            <a:endParaRPr lang="en-US" dirty="0"/>
          </a:p>
        </p:txBody>
      </p:sp>
      <p:sp>
        <p:nvSpPr>
          <p:cNvPr id="10" name="Espace réservé d’image 8">
            <a:extLst>
              <a:ext uri="{FF2B5EF4-FFF2-40B4-BE49-F238E27FC236}">
                <a16:creationId xmlns:a16="http://schemas.microsoft.com/office/drawing/2014/main" id="{21FFBA57-7EFE-2CC4-EE45-5F1F633C1A71}"/>
              </a:ext>
            </a:extLst>
          </p:cNvPr>
          <p:cNvSpPr>
            <a:spLocks noGrp="1"/>
          </p:cNvSpPr>
          <p:nvPr>
            <p:ph type="pic" sz="quarter" idx="13" hasCustomPrompt="1"/>
          </p:nvPr>
        </p:nvSpPr>
        <p:spPr>
          <a:xfrm>
            <a:off x="533400" y="533400"/>
            <a:ext cx="11125200" cy="4013885"/>
          </a:xfrm>
          <a:blipFill>
            <a:blip r:embed="rId2">
              <a:alphaModFix amt="70000"/>
            </a:blip>
            <a:stretch>
              <a:fillRect/>
            </a:stretch>
          </a:blipFill>
          <a:effectLst>
            <a:outerShdw blurRad="177800" dir="14400000" sx="98000" sy="98000" algn="r" rotWithShape="0">
              <a:prstClr val="black">
                <a:alpha val="10000"/>
              </a:prstClr>
            </a:outerShdw>
          </a:effectLst>
        </p:spPr>
        <p:txBody>
          <a:bodyPr rtlCol="0"/>
          <a:lstStyle>
            <a:lvl1pPr marL="0" indent="0">
              <a:buNone/>
              <a:defRPr/>
            </a:lvl1pPr>
          </a:lstStyle>
          <a:p>
            <a:pPr rtl="0"/>
            <a:r>
              <a:rPr lang="fr"/>
              <a:t> </a:t>
            </a:r>
          </a:p>
        </p:txBody>
      </p:sp>
      <p:sp>
        <p:nvSpPr>
          <p:cNvPr id="5" name="Espace réservé du pied de page 4">
            <a:extLst>
              <a:ext uri="{FF2B5EF4-FFF2-40B4-BE49-F238E27FC236}">
                <a16:creationId xmlns:a16="http://schemas.microsoft.com/office/drawing/2014/main" id="{B97D1377-BC65-5D42-5EC9-BECE6F765322}"/>
              </a:ext>
            </a:extLst>
          </p:cNvPr>
          <p:cNvSpPr>
            <a:spLocks noGrp="1"/>
          </p:cNvSpPr>
          <p:nvPr>
            <p:ph type="ftr" sz="quarter" idx="11"/>
          </p:nvPr>
        </p:nvSpPr>
        <p:spPr>
          <a:xfrm>
            <a:off x="434857" y="6426091"/>
            <a:ext cx="4289051" cy="365125"/>
          </a:xfrm>
        </p:spPr>
        <p:txBody>
          <a:bodyPr rtlCol="0"/>
          <a:lstStyle/>
          <a:p>
            <a:pPr rtl="0"/>
            <a:r>
              <a:rPr lang="fr"/>
              <a:t>Exemple de texte de pied de page</a:t>
            </a:r>
          </a:p>
        </p:txBody>
      </p:sp>
      <p:sp>
        <p:nvSpPr>
          <p:cNvPr id="3" name="Espace réservé du contenu 2">
            <a:extLst>
              <a:ext uri="{FF2B5EF4-FFF2-40B4-BE49-F238E27FC236}">
                <a16:creationId xmlns:a16="http://schemas.microsoft.com/office/drawing/2014/main" id="{1D0AB536-3625-6C4C-BCE1-4533963FDEC5}"/>
              </a:ext>
            </a:extLst>
          </p:cNvPr>
          <p:cNvSpPr>
            <a:spLocks noGrp="1"/>
          </p:cNvSpPr>
          <p:nvPr>
            <p:ph idx="1"/>
          </p:nvPr>
        </p:nvSpPr>
        <p:spPr>
          <a:xfrm>
            <a:off x="5103779" y="4829695"/>
            <a:ext cx="6554822" cy="1529541"/>
          </a:xfrm>
        </p:spPr>
        <p:txBody>
          <a:bodyPr rtlCol="0"/>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endParaRPr lang="en-US" dirty="0"/>
          </a:p>
        </p:txBody>
      </p:sp>
      <p:sp>
        <p:nvSpPr>
          <p:cNvPr id="4" name="Espace réservé de la date 3">
            <a:extLst>
              <a:ext uri="{FF2B5EF4-FFF2-40B4-BE49-F238E27FC236}">
                <a16:creationId xmlns:a16="http://schemas.microsoft.com/office/drawing/2014/main" id="{0EEF9179-12AA-40A3-63A0-84A6ED06611F}"/>
              </a:ext>
            </a:extLst>
          </p:cNvPr>
          <p:cNvSpPr>
            <a:spLocks noGrp="1"/>
          </p:cNvSpPr>
          <p:nvPr>
            <p:ph type="dt" sz="half" idx="10"/>
          </p:nvPr>
        </p:nvSpPr>
        <p:spPr/>
        <p:txBody>
          <a:bodyPr rtlCol="0"/>
          <a:lstStyle/>
          <a:p>
            <a:pPr rtl="0"/>
            <a:r>
              <a:rPr lang="en-US"/>
              <a:t>4/8/2025</a:t>
            </a:r>
          </a:p>
        </p:txBody>
      </p:sp>
      <p:sp>
        <p:nvSpPr>
          <p:cNvPr id="6" name="Espace réservé du numéro de diapositive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rtlCol="0"/>
          <a:lstStyle/>
          <a:p>
            <a:pPr rtl="0"/>
            <a:fld id="{DD84031F-D6BF-4677-B12E-7D8B88BA70F7}" type="slidenum">
              <a:rPr lang="en-US" smtClean="0"/>
              <a:t>‹n°›</a:t>
            </a:fld>
            <a:endParaRPr lang="en-US"/>
          </a:p>
        </p:txBody>
      </p:sp>
    </p:spTree>
    <p:extLst>
      <p:ext uri="{BB962C8B-B14F-4D97-AF65-F5344CB8AC3E}">
        <p14:creationId xmlns:p14="http://schemas.microsoft.com/office/powerpoint/2010/main" val="462853243"/>
      </p:ext>
    </p:extLst>
  </p:cSld>
  <p:clrMapOvr>
    <a:overrideClrMapping bg1="lt1" tx1="dk1" bg2="lt2" tx2="dk2" accent1="accent1" accent2="accent2" accent3="accent3" accent4="accent4" accent5="accent5" accent6="accent6" hlink="hlink" folHlink="folHlink"/>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p:cSld name="Contenu avec image 13">
    <p:bg>
      <p:bgRef idx="1001">
        <a:schemeClr val="bg1"/>
      </p:bgRef>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C7A09BB-8293-7DED-F5BF-8F3DA4B5760B}"/>
              </a:ext>
            </a:extLst>
          </p:cNvPr>
          <p:cNvSpPr>
            <a:spLocks noGrp="1"/>
          </p:cNvSpPr>
          <p:nvPr>
            <p:ph type="title"/>
          </p:nvPr>
        </p:nvSpPr>
        <p:spPr>
          <a:xfrm>
            <a:off x="419100" y="3910560"/>
            <a:ext cx="3472256" cy="2017604"/>
          </a:xfrm>
        </p:spPr>
        <p:txBody>
          <a:bodyPr rtlCol="0"/>
          <a:lstStyle/>
          <a:p>
            <a:pPr rtl="0"/>
            <a:r>
              <a:rPr lang="fr"/>
              <a:t>Modifiez le style du titre</a:t>
            </a:r>
            <a:endParaRPr lang="en-US" dirty="0"/>
          </a:p>
        </p:txBody>
      </p:sp>
      <p:sp>
        <p:nvSpPr>
          <p:cNvPr id="10" name="Espace réservé d’image 8">
            <a:extLst>
              <a:ext uri="{FF2B5EF4-FFF2-40B4-BE49-F238E27FC236}">
                <a16:creationId xmlns:a16="http://schemas.microsoft.com/office/drawing/2014/main" id="{21FFBA57-7EFE-2CC4-EE45-5F1F633C1A71}"/>
              </a:ext>
            </a:extLst>
          </p:cNvPr>
          <p:cNvSpPr>
            <a:spLocks noGrp="1"/>
          </p:cNvSpPr>
          <p:nvPr>
            <p:ph type="pic" sz="quarter" idx="13" hasCustomPrompt="1"/>
          </p:nvPr>
        </p:nvSpPr>
        <p:spPr>
          <a:xfrm>
            <a:off x="533399" y="533400"/>
            <a:ext cx="11125201" cy="3109082"/>
          </a:xfrm>
          <a:blipFill>
            <a:blip r:embed="rId2">
              <a:alphaModFix amt="70000"/>
            </a:blip>
            <a:stretch>
              <a:fillRect/>
            </a:stretch>
          </a:blipFill>
          <a:effectLst>
            <a:outerShdw blurRad="177800" dir="14400000" sx="98000" sy="98000" algn="r" rotWithShape="0">
              <a:prstClr val="black">
                <a:alpha val="10000"/>
              </a:prstClr>
            </a:outerShdw>
          </a:effectLst>
        </p:spPr>
        <p:txBody>
          <a:bodyPr rtlCol="0"/>
          <a:lstStyle>
            <a:lvl1pPr marL="0" indent="0">
              <a:buNone/>
              <a:defRPr/>
            </a:lvl1pPr>
          </a:lstStyle>
          <a:p>
            <a:pPr rtl="0"/>
            <a:r>
              <a:rPr lang="fr"/>
              <a:t> </a:t>
            </a:r>
          </a:p>
        </p:txBody>
      </p:sp>
      <p:sp>
        <p:nvSpPr>
          <p:cNvPr id="5" name="Espace réservé du pied de page 4">
            <a:extLst>
              <a:ext uri="{FF2B5EF4-FFF2-40B4-BE49-F238E27FC236}">
                <a16:creationId xmlns:a16="http://schemas.microsoft.com/office/drawing/2014/main" id="{B97D1377-BC65-5D42-5EC9-BECE6F765322}"/>
              </a:ext>
            </a:extLst>
          </p:cNvPr>
          <p:cNvSpPr>
            <a:spLocks noGrp="1"/>
          </p:cNvSpPr>
          <p:nvPr>
            <p:ph type="ftr" sz="quarter" idx="11"/>
          </p:nvPr>
        </p:nvSpPr>
        <p:spPr/>
        <p:txBody>
          <a:bodyPr rtlCol="0"/>
          <a:lstStyle/>
          <a:p>
            <a:pPr rtl="0"/>
            <a:r>
              <a:rPr lang="fr"/>
              <a:t>Exemple de Texte de Pied de page</a:t>
            </a:r>
          </a:p>
        </p:txBody>
      </p:sp>
      <p:sp>
        <p:nvSpPr>
          <p:cNvPr id="3" name="Espace réservé du contenu 2">
            <a:extLst>
              <a:ext uri="{FF2B5EF4-FFF2-40B4-BE49-F238E27FC236}">
                <a16:creationId xmlns:a16="http://schemas.microsoft.com/office/drawing/2014/main" id="{1D0AB536-3625-6C4C-BCE1-4533963FDEC5}"/>
              </a:ext>
            </a:extLst>
          </p:cNvPr>
          <p:cNvSpPr>
            <a:spLocks noGrp="1"/>
          </p:cNvSpPr>
          <p:nvPr>
            <p:ph idx="1"/>
          </p:nvPr>
        </p:nvSpPr>
        <p:spPr>
          <a:xfrm>
            <a:off x="4419600" y="3912655"/>
            <a:ext cx="7239000" cy="2407394"/>
          </a:xfrm>
        </p:spPr>
        <p:txBody>
          <a:bodyPr rtlCol="0"/>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endParaRPr lang="en-US" dirty="0"/>
          </a:p>
        </p:txBody>
      </p:sp>
      <p:sp>
        <p:nvSpPr>
          <p:cNvPr id="4" name="Espace réservé de la date 3">
            <a:extLst>
              <a:ext uri="{FF2B5EF4-FFF2-40B4-BE49-F238E27FC236}">
                <a16:creationId xmlns:a16="http://schemas.microsoft.com/office/drawing/2014/main" id="{0EEF9179-12AA-40A3-63A0-84A6ED06611F}"/>
              </a:ext>
            </a:extLst>
          </p:cNvPr>
          <p:cNvSpPr>
            <a:spLocks noGrp="1"/>
          </p:cNvSpPr>
          <p:nvPr>
            <p:ph type="dt" sz="half" idx="10"/>
          </p:nvPr>
        </p:nvSpPr>
        <p:spPr/>
        <p:txBody>
          <a:bodyPr rtlCol="0"/>
          <a:lstStyle/>
          <a:p>
            <a:pPr rtl="0"/>
            <a:r>
              <a:rPr lang="en-US"/>
              <a:t>4/8/2025</a:t>
            </a:r>
          </a:p>
        </p:txBody>
      </p:sp>
      <p:sp>
        <p:nvSpPr>
          <p:cNvPr id="6" name="Espace réservé du numéro de diapositive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rtlCol="0"/>
          <a:lstStyle/>
          <a:p>
            <a:pPr rtl="0"/>
            <a:fld id="{DD84031F-D6BF-4677-B12E-7D8B88BA70F7}" type="slidenum">
              <a:rPr lang="en-US" smtClean="0"/>
              <a:t>‹n°›</a:t>
            </a:fld>
            <a:endParaRPr lang="en-US"/>
          </a:p>
        </p:txBody>
      </p:sp>
    </p:spTree>
    <p:extLst>
      <p:ext uri="{BB962C8B-B14F-4D97-AF65-F5344CB8AC3E}">
        <p14:creationId xmlns:p14="http://schemas.microsoft.com/office/powerpoint/2010/main" val="3696560878"/>
      </p:ext>
    </p:extLst>
  </p:cSld>
  <p:clrMapOvr>
    <a:overrideClrMapping bg1="lt1" tx1="dk1" bg2="lt2" tx2="dk2" accent1="accent1" accent2="accent2" accent3="accent3" accent4="accent4" accent5="accent5" accent6="accent6" hlink="hlink" folHlink="folHlink"/>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p:cSld name="Contenu avec image 14">
    <p:bg>
      <p:bgRef idx="1001">
        <a:schemeClr val="bg1"/>
      </p:bgRef>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C7A09BB-8293-7DED-F5BF-8F3DA4B5760B}"/>
              </a:ext>
            </a:extLst>
          </p:cNvPr>
          <p:cNvSpPr>
            <a:spLocks noGrp="1"/>
          </p:cNvSpPr>
          <p:nvPr>
            <p:ph type="title"/>
          </p:nvPr>
        </p:nvSpPr>
        <p:spPr>
          <a:xfrm>
            <a:off x="419099" y="700185"/>
            <a:ext cx="3473587" cy="1815364"/>
          </a:xfrm>
        </p:spPr>
        <p:txBody>
          <a:bodyPr rtlCol="0"/>
          <a:lstStyle/>
          <a:p>
            <a:pPr rtl="0"/>
            <a:r>
              <a:rPr lang="fr"/>
              <a:t>Modifiez le style du titre</a:t>
            </a:r>
            <a:endParaRPr lang="en-US" dirty="0"/>
          </a:p>
        </p:txBody>
      </p:sp>
      <p:sp>
        <p:nvSpPr>
          <p:cNvPr id="3" name="Espace réservé du contenu 2">
            <a:extLst>
              <a:ext uri="{FF2B5EF4-FFF2-40B4-BE49-F238E27FC236}">
                <a16:creationId xmlns:a16="http://schemas.microsoft.com/office/drawing/2014/main" id="{1D0AB536-3625-6C4C-BCE1-4533963FDEC5}"/>
              </a:ext>
            </a:extLst>
          </p:cNvPr>
          <p:cNvSpPr>
            <a:spLocks noGrp="1"/>
          </p:cNvSpPr>
          <p:nvPr>
            <p:ph idx="1"/>
          </p:nvPr>
        </p:nvSpPr>
        <p:spPr>
          <a:xfrm>
            <a:off x="4419601" y="702280"/>
            <a:ext cx="7239000" cy="2240920"/>
          </a:xfrm>
        </p:spPr>
        <p:txBody>
          <a:bodyPr rtlCol="0"/>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endParaRPr lang="en-US" dirty="0"/>
          </a:p>
        </p:txBody>
      </p:sp>
      <p:sp>
        <p:nvSpPr>
          <p:cNvPr id="10" name="Espace réservé d’image 8">
            <a:extLst>
              <a:ext uri="{FF2B5EF4-FFF2-40B4-BE49-F238E27FC236}">
                <a16:creationId xmlns:a16="http://schemas.microsoft.com/office/drawing/2014/main" id="{21FFBA57-7EFE-2CC4-EE45-5F1F633C1A71}"/>
              </a:ext>
            </a:extLst>
          </p:cNvPr>
          <p:cNvSpPr>
            <a:spLocks noGrp="1"/>
          </p:cNvSpPr>
          <p:nvPr>
            <p:ph type="pic" sz="quarter" idx="13" hasCustomPrompt="1"/>
          </p:nvPr>
        </p:nvSpPr>
        <p:spPr>
          <a:xfrm>
            <a:off x="533400" y="3205927"/>
            <a:ext cx="11125200" cy="3118670"/>
          </a:xfrm>
          <a:blipFill>
            <a:blip r:embed="rId2">
              <a:alphaModFix amt="70000"/>
            </a:blip>
            <a:stretch>
              <a:fillRect/>
            </a:stretch>
          </a:blipFill>
          <a:effectLst>
            <a:outerShdw blurRad="177800" dir="14400000" sx="97000" sy="97000" algn="r" rotWithShape="0">
              <a:prstClr val="black">
                <a:alpha val="10000"/>
              </a:prstClr>
            </a:outerShdw>
          </a:effectLst>
        </p:spPr>
        <p:txBody>
          <a:bodyPr rtlCol="0"/>
          <a:lstStyle>
            <a:lvl1pPr marL="0" indent="0">
              <a:buNone/>
              <a:defRPr/>
            </a:lvl1pPr>
          </a:lstStyle>
          <a:p>
            <a:pPr rtl="0"/>
            <a:r>
              <a:rPr lang="fr"/>
              <a:t> </a:t>
            </a:r>
          </a:p>
        </p:txBody>
      </p:sp>
      <p:sp>
        <p:nvSpPr>
          <p:cNvPr id="5" name="Espace réservé du pied de page 4">
            <a:extLst>
              <a:ext uri="{FF2B5EF4-FFF2-40B4-BE49-F238E27FC236}">
                <a16:creationId xmlns:a16="http://schemas.microsoft.com/office/drawing/2014/main" id="{B97D1377-BC65-5D42-5EC9-BECE6F765322}"/>
              </a:ext>
            </a:extLst>
          </p:cNvPr>
          <p:cNvSpPr>
            <a:spLocks noGrp="1"/>
          </p:cNvSpPr>
          <p:nvPr>
            <p:ph type="ftr" sz="quarter" idx="11"/>
          </p:nvPr>
        </p:nvSpPr>
        <p:spPr/>
        <p:txBody>
          <a:bodyPr rtlCol="0"/>
          <a:lstStyle/>
          <a:p>
            <a:pPr rtl="0"/>
            <a:r>
              <a:rPr lang="fr"/>
              <a:t>Exemple de Texte de Pied de page</a:t>
            </a:r>
          </a:p>
        </p:txBody>
      </p:sp>
      <p:sp>
        <p:nvSpPr>
          <p:cNvPr id="4" name="Espace réservé de la date 3">
            <a:extLst>
              <a:ext uri="{FF2B5EF4-FFF2-40B4-BE49-F238E27FC236}">
                <a16:creationId xmlns:a16="http://schemas.microsoft.com/office/drawing/2014/main" id="{0EEF9179-12AA-40A3-63A0-84A6ED06611F}"/>
              </a:ext>
            </a:extLst>
          </p:cNvPr>
          <p:cNvSpPr>
            <a:spLocks noGrp="1"/>
          </p:cNvSpPr>
          <p:nvPr>
            <p:ph type="dt" sz="half" idx="10"/>
          </p:nvPr>
        </p:nvSpPr>
        <p:spPr/>
        <p:txBody>
          <a:bodyPr rtlCol="0"/>
          <a:lstStyle/>
          <a:p>
            <a:pPr rtl="0"/>
            <a:r>
              <a:rPr lang="en-US"/>
              <a:t>4/8/2025</a:t>
            </a:r>
          </a:p>
        </p:txBody>
      </p:sp>
      <p:sp>
        <p:nvSpPr>
          <p:cNvPr id="6" name="Espace réservé du numéro de diapositive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rtlCol="0"/>
          <a:lstStyle/>
          <a:p>
            <a:pPr rtl="0"/>
            <a:fld id="{DD84031F-D6BF-4677-B12E-7D8B88BA70F7}" type="slidenum">
              <a:rPr lang="en-US" smtClean="0"/>
              <a:t>‹n°›</a:t>
            </a:fld>
            <a:endParaRPr lang="en-US"/>
          </a:p>
        </p:txBody>
      </p:sp>
      <p:cxnSp>
        <p:nvCxnSpPr>
          <p:cNvPr id="7" name="Connecteur droit 6">
            <a:extLst>
              <a:ext uri="{FF2B5EF4-FFF2-40B4-BE49-F238E27FC236}">
                <a16:creationId xmlns:a16="http://schemas.microsoft.com/office/drawing/2014/main" id="{7A9BF7A8-7F92-8C69-89EE-92496D80C1C2}"/>
              </a:ext>
            </a:extLst>
          </p:cNvPr>
          <p:cNvCxnSpPr>
            <a:cxnSpLocks/>
          </p:cNvCxnSpPr>
          <p:nvPr/>
        </p:nvCxnSpPr>
        <p:spPr>
          <a:xfrm>
            <a:off x="533400" y="533400"/>
            <a:ext cx="11125200"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96456545"/>
      </p:ext>
    </p:extLst>
  </p:cSld>
  <p:clrMapOvr>
    <a:overrideClrMapping bg1="lt1" tx1="dk1" bg2="lt2" tx2="dk2" accent1="accent1" accent2="accent2" accent3="accent3" accent4="accent4" accent5="accent5" accent6="accent6" hlink="hlink" folHlink="folHlink"/>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p:cSld name="Contenu avec image 15">
    <p:bg>
      <p:bgRef idx="1001">
        <a:schemeClr val="bg1"/>
      </p:bgRef>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C7A09BB-8293-7DED-F5BF-8F3DA4B5760B}"/>
              </a:ext>
            </a:extLst>
          </p:cNvPr>
          <p:cNvSpPr>
            <a:spLocks noGrp="1"/>
          </p:cNvSpPr>
          <p:nvPr>
            <p:ph type="title"/>
          </p:nvPr>
        </p:nvSpPr>
        <p:spPr>
          <a:xfrm>
            <a:off x="419100" y="365760"/>
            <a:ext cx="11243982" cy="914400"/>
          </a:xfrm>
        </p:spPr>
        <p:txBody>
          <a:bodyPr rtlCol="0" anchor="b"/>
          <a:lstStyle/>
          <a:p>
            <a:pPr rtl="0"/>
            <a:r>
              <a:rPr lang="fr"/>
              <a:t>Modifiez le style du titre</a:t>
            </a:r>
            <a:endParaRPr lang="en-US" dirty="0"/>
          </a:p>
        </p:txBody>
      </p:sp>
      <p:sp>
        <p:nvSpPr>
          <p:cNvPr id="10" name="Espace réservé d’image 8">
            <a:extLst>
              <a:ext uri="{FF2B5EF4-FFF2-40B4-BE49-F238E27FC236}">
                <a16:creationId xmlns:a16="http://schemas.microsoft.com/office/drawing/2014/main" id="{29A161C3-930A-50CE-D3B8-C1429E6F2422}"/>
              </a:ext>
            </a:extLst>
          </p:cNvPr>
          <p:cNvSpPr>
            <a:spLocks noGrp="1"/>
          </p:cNvSpPr>
          <p:nvPr>
            <p:ph type="pic" sz="quarter" idx="13" hasCustomPrompt="1"/>
          </p:nvPr>
        </p:nvSpPr>
        <p:spPr>
          <a:xfrm>
            <a:off x="530352" y="1720219"/>
            <a:ext cx="6022848" cy="4604382"/>
          </a:xfrm>
          <a:blipFill>
            <a:blip r:embed="rId2">
              <a:alphaModFix amt="70000"/>
            </a:blip>
            <a:stretch>
              <a:fillRect/>
            </a:stretch>
          </a:blipFill>
          <a:effectLst>
            <a:outerShdw blurRad="203200" dist="12700" dir="7800000" algn="r" rotWithShape="0">
              <a:prstClr val="black">
                <a:alpha val="10000"/>
              </a:prstClr>
            </a:outerShdw>
          </a:effectLst>
        </p:spPr>
        <p:txBody>
          <a:bodyPr rtlCol="0"/>
          <a:lstStyle>
            <a:lvl1pPr marL="0" indent="0">
              <a:buNone/>
              <a:defRPr/>
            </a:lvl1pPr>
          </a:lstStyle>
          <a:p>
            <a:pPr rtl="0"/>
            <a:r>
              <a:rPr lang="fr"/>
              <a:t> </a:t>
            </a:r>
          </a:p>
        </p:txBody>
      </p:sp>
      <p:sp>
        <p:nvSpPr>
          <p:cNvPr id="3" name="Espace réservé du contenu 2">
            <a:extLst>
              <a:ext uri="{FF2B5EF4-FFF2-40B4-BE49-F238E27FC236}">
                <a16:creationId xmlns:a16="http://schemas.microsoft.com/office/drawing/2014/main" id="{1D0AB536-3625-6C4C-BCE1-4533963FDEC5}"/>
              </a:ext>
            </a:extLst>
          </p:cNvPr>
          <p:cNvSpPr>
            <a:spLocks noGrp="1"/>
          </p:cNvSpPr>
          <p:nvPr>
            <p:ph idx="1"/>
          </p:nvPr>
        </p:nvSpPr>
        <p:spPr>
          <a:xfrm>
            <a:off x="7101260" y="1623629"/>
            <a:ext cx="4557340" cy="4706251"/>
          </a:xfrm>
        </p:spPr>
        <p:txBody>
          <a:bodyPr rtlCol="0"/>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endParaRPr lang="en-US" dirty="0"/>
          </a:p>
        </p:txBody>
      </p:sp>
      <p:sp>
        <p:nvSpPr>
          <p:cNvPr id="9" name="Espace réservé du pied de page 8">
            <a:extLst>
              <a:ext uri="{FF2B5EF4-FFF2-40B4-BE49-F238E27FC236}">
                <a16:creationId xmlns:a16="http://schemas.microsoft.com/office/drawing/2014/main" id="{8BAA5E08-9FB8-6BC2-0794-A92E1336B939}"/>
              </a:ext>
            </a:extLst>
          </p:cNvPr>
          <p:cNvSpPr>
            <a:spLocks noGrp="1"/>
          </p:cNvSpPr>
          <p:nvPr>
            <p:ph type="ftr" sz="quarter" idx="15"/>
          </p:nvPr>
        </p:nvSpPr>
        <p:spPr/>
        <p:txBody>
          <a:bodyPr rtlCol="0"/>
          <a:lstStyle/>
          <a:p>
            <a:pPr rtl="0"/>
            <a:r>
              <a:rPr lang="fr"/>
              <a:t>Exemple de Texte de Pied de page</a:t>
            </a:r>
          </a:p>
        </p:txBody>
      </p:sp>
      <p:sp>
        <p:nvSpPr>
          <p:cNvPr id="8" name="Espace réservé de la date 7">
            <a:extLst>
              <a:ext uri="{FF2B5EF4-FFF2-40B4-BE49-F238E27FC236}">
                <a16:creationId xmlns:a16="http://schemas.microsoft.com/office/drawing/2014/main" id="{17819C0A-5C58-B9A1-EDD9-43A971A8DE10}"/>
              </a:ext>
            </a:extLst>
          </p:cNvPr>
          <p:cNvSpPr>
            <a:spLocks noGrp="1"/>
          </p:cNvSpPr>
          <p:nvPr>
            <p:ph type="dt" sz="half" idx="14"/>
          </p:nvPr>
        </p:nvSpPr>
        <p:spPr/>
        <p:txBody>
          <a:bodyPr rtlCol="0"/>
          <a:lstStyle/>
          <a:p>
            <a:pPr rtl="0"/>
            <a:r>
              <a:rPr lang="en-US"/>
              <a:t>4/8/2025</a:t>
            </a:r>
          </a:p>
        </p:txBody>
      </p:sp>
      <p:sp>
        <p:nvSpPr>
          <p:cNvPr id="11" name="Espace réservé du numéro de diapositive 10">
            <a:extLst>
              <a:ext uri="{FF2B5EF4-FFF2-40B4-BE49-F238E27FC236}">
                <a16:creationId xmlns:a16="http://schemas.microsoft.com/office/drawing/2014/main" id="{EC8A4CD6-C6D7-317B-80FA-CA83089B05F6}"/>
              </a:ext>
            </a:extLst>
          </p:cNvPr>
          <p:cNvSpPr>
            <a:spLocks noGrp="1"/>
          </p:cNvSpPr>
          <p:nvPr>
            <p:ph type="sldNum" sz="quarter" idx="16"/>
          </p:nvPr>
        </p:nvSpPr>
        <p:spPr/>
        <p:txBody>
          <a:bodyPr rtlCol="0"/>
          <a:lstStyle/>
          <a:p>
            <a:pPr rtl="0"/>
            <a:fld id="{DD84031F-D6BF-4677-B12E-7D8B88BA70F7}" type="slidenum">
              <a:rPr lang="en-US" smtClean="0"/>
              <a:t>‹n°›</a:t>
            </a:fld>
            <a:endParaRPr lang="en-US"/>
          </a:p>
        </p:txBody>
      </p:sp>
      <p:cxnSp>
        <p:nvCxnSpPr>
          <p:cNvPr id="7" name="Connecteur droit 6">
            <a:extLst>
              <a:ext uri="{FF2B5EF4-FFF2-40B4-BE49-F238E27FC236}">
                <a16:creationId xmlns:a16="http://schemas.microsoft.com/office/drawing/2014/main" id="{789C51D6-8120-DE83-0A77-B4C479640664}"/>
              </a:ext>
            </a:extLst>
          </p:cNvPr>
          <p:cNvCxnSpPr>
            <a:cxnSpLocks/>
          </p:cNvCxnSpPr>
          <p:nvPr/>
        </p:nvCxnSpPr>
        <p:spPr>
          <a:xfrm>
            <a:off x="530352" y="1353312"/>
            <a:ext cx="11141874"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863033612"/>
      </p:ext>
    </p:extLst>
  </p:cSld>
  <p:clrMapOvr>
    <a:overrideClrMapping bg1="lt1" tx1="dk1" bg2="lt2" tx2="dk2" accent1="accent1" accent2="accent2" accent3="accent3" accent4="accent4" accent5="accent5" accent6="accent6" hlink="hlink" folHlink="folHlink"/>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ontenu avec image 16">
    <p:bg>
      <p:bgRef idx="1001">
        <a:schemeClr val="bg1"/>
      </p:bgRef>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C7A09BB-8293-7DED-F5BF-8F3DA4B5760B}"/>
              </a:ext>
            </a:extLst>
          </p:cNvPr>
          <p:cNvSpPr>
            <a:spLocks noGrp="1"/>
          </p:cNvSpPr>
          <p:nvPr>
            <p:ph type="title"/>
          </p:nvPr>
        </p:nvSpPr>
        <p:spPr>
          <a:xfrm>
            <a:off x="419755" y="691867"/>
            <a:ext cx="4067721" cy="1559555"/>
          </a:xfrm>
        </p:spPr>
        <p:txBody>
          <a:bodyPr rtlCol="0"/>
          <a:lstStyle/>
          <a:p>
            <a:pPr rtl="0"/>
            <a:r>
              <a:rPr lang="fr"/>
              <a:t>Modifiez le style du titre</a:t>
            </a:r>
            <a:endParaRPr lang="en-US" dirty="0"/>
          </a:p>
        </p:txBody>
      </p:sp>
      <p:sp>
        <p:nvSpPr>
          <p:cNvPr id="10" name="Espace réservé d’image 8">
            <a:extLst>
              <a:ext uri="{FF2B5EF4-FFF2-40B4-BE49-F238E27FC236}">
                <a16:creationId xmlns:a16="http://schemas.microsoft.com/office/drawing/2014/main" id="{21FFBA57-7EFE-2CC4-EE45-5F1F633C1A71}"/>
              </a:ext>
            </a:extLst>
          </p:cNvPr>
          <p:cNvSpPr>
            <a:spLocks noGrp="1"/>
          </p:cNvSpPr>
          <p:nvPr>
            <p:ph type="pic" sz="quarter" idx="13" hasCustomPrompt="1"/>
          </p:nvPr>
        </p:nvSpPr>
        <p:spPr>
          <a:xfrm>
            <a:off x="533400" y="2521819"/>
            <a:ext cx="3886200" cy="3802781"/>
          </a:xfrm>
          <a:blipFill>
            <a:blip r:embed="rId2">
              <a:alphaModFix amt="70000"/>
            </a:blip>
            <a:stretch>
              <a:fillRect/>
            </a:stretch>
          </a:blipFill>
          <a:effectLst>
            <a:outerShdw blurRad="190500" dir="14400000" algn="r" rotWithShape="0">
              <a:prstClr val="black">
                <a:alpha val="10000"/>
              </a:prstClr>
            </a:outerShdw>
          </a:effectLst>
        </p:spPr>
        <p:txBody>
          <a:bodyPr rtlCol="0"/>
          <a:lstStyle>
            <a:lvl1pPr marL="0" indent="0">
              <a:buNone/>
              <a:defRPr/>
            </a:lvl1pPr>
          </a:lstStyle>
          <a:p>
            <a:pPr rtl="0"/>
            <a:r>
              <a:rPr lang="fr"/>
              <a:t> </a:t>
            </a:r>
          </a:p>
        </p:txBody>
      </p:sp>
      <p:sp>
        <p:nvSpPr>
          <p:cNvPr id="3" name="Espace réservé du contenu 2">
            <a:extLst>
              <a:ext uri="{FF2B5EF4-FFF2-40B4-BE49-F238E27FC236}">
                <a16:creationId xmlns:a16="http://schemas.microsoft.com/office/drawing/2014/main" id="{1D0AB536-3625-6C4C-BCE1-4533963FDEC5}"/>
              </a:ext>
            </a:extLst>
          </p:cNvPr>
          <p:cNvSpPr>
            <a:spLocks noGrp="1"/>
          </p:cNvSpPr>
          <p:nvPr>
            <p:ph idx="1"/>
          </p:nvPr>
        </p:nvSpPr>
        <p:spPr>
          <a:xfrm>
            <a:off x="4960685" y="694944"/>
            <a:ext cx="6705600" cy="5629656"/>
          </a:xfrm>
        </p:spPr>
        <p:txBody>
          <a:bodyPr rtlCol="0"/>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endParaRPr lang="en-US" dirty="0"/>
          </a:p>
        </p:txBody>
      </p:sp>
      <p:sp>
        <p:nvSpPr>
          <p:cNvPr id="5" name="Espace réservé du pied de page 4">
            <a:extLst>
              <a:ext uri="{FF2B5EF4-FFF2-40B4-BE49-F238E27FC236}">
                <a16:creationId xmlns:a16="http://schemas.microsoft.com/office/drawing/2014/main" id="{B97D1377-BC65-5D42-5EC9-BECE6F765322}"/>
              </a:ext>
            </a:extLst>
          </p:cNvPr>
          <p:cNvSpPr>
            <a:spLocks noGrp="1"/>
          </p:cNvSpPr>
          <p:nvPr>
            <p:ph type="ftr" sz="quarter" idx="11"/>
          </p:nvPr>
        </p:nvSpPr>
        <p:spPr>
          <a:xfrm>
            <a:off x="434857" y="6426091"/>
            <a:ext cx="3984743" cy="365125"/>
          </a:xfrm>
        </p:spPr>
        <p:txBody>
          <a:bodyPr rtlCol="0"/>
          <a:lstStyle/>
          <a:p>
            <a:pPr rtl="0"/>
            <a:r>
              <a:rPr lang="fr"/>
              <a:t>Exemple de texte de pied de page</a:t>
            </a:r>
          </a:p>
        </p:txBody>
      </p:sp>
      <p:sp>
        <p:nvSpPr>
          <p:cNvPr id="4" name="Espace réservé de la date 3">
            <a:extLst>
              <a:ext uri="{FF2B5EF4-FFF2-40B4-BE49-F238E27FC236}">
                <a16:creationId xmlns:a16="http://schemas.microsoft.com/office/drawing/2014/main" id="{0EEF9179-12AA-40A3-63A0-84A6ED06611F}"/>
              </a:ext>
            </a:extLst>
          </p:cNvPr>
          <p:cNvSpPr>
            <a:spLocks noGrp="1"/>
          </p:cNvSpPr>
          <p:nvPr>
            <p:ph type="dt" sz="half" idx="10"/>
          </p:nvPr>
        </p:nvSpPr>
        <p:spPr/>
        <p:txBody>
          <a:bodyPr rtlCol="0"/>
          <a:lstStyle/>
          <a:p>
            <a:pPr rtl="0"/>
            <a:r>
              <a:rPr lang="en-US"/>
              <a:t>4/8/2025</a:t>
            </a:r>
          </a:p>
        </p:txBody>
      </p:sp>
      <p:sp>
        <p:nvSpPr>
          <p:cNvPr id="6" name="Espace réservé du numéro de diapositive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rtlCol="0"/>
          <a:lstStyle/>
          <a:p>
            <a:pPr rtl="0"/>
            <a:fld id="{DD84031F-D6BF-4677-B12E-7D8B88BA70F7}" type="slidenum">
              <a:rPr lang="en-US" smtClean="0"/>
              <a:t>‹n°›</a:t>
            </a:fld>
            <a:endParaRPr lang="en-US"/>
          </a:p>
        </p:txBody>
      </p:sp>
    </p:spTree>
    <p:extLst>
      <p:ext uri="{BB962C8B-B14F-4D97-AF65-F5344CB8AC3E}">
        <p14:creationId xmlns:p14="http://schemas.microsoft.com/office/powerpoint/2010/main" val="3580752747"/>
      </p:ext>
    </p:extLst>
  </p:cSld>
  <p:clrMapOvr>
    <a:overrideClrMapping bg1="lt1" tx1="dk1" bg2="lt2" tx2="dk2" accent1="accent1" accent2="accent2" accent3="accent3" accent4="accent4" accent5="accent5" accent6="accent6" hlink="hlink" folHlink="folHlink"/>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p:cSld name="Contenu avec image 17">
    <p:bg>
      <p:bgRef idx="1001">
        <a:schemeClr val="bg1"/>
      </p:bgRef>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C7A09BB-8293-7DED-F5BF-8F3DA4B5760B}"/>
              </a:ext>
            </a:extLst>
          </p:cNvPr>
          <p:cNvSpPr>
            <a:spLocks noGrp="1"/>
          </p:cNvSpPr>
          <p:nvPr>
            <p:ph type="title"/>
          </p:nvPr>
        </p:nvSpPr>
        <p:spPr>
          <a:xfrm>
            <a:off x="419100" y="4295957"/>
            <a:ext cx="4000501" cy="1889558"/>
          </a:xfrm>
        </p:spPr>
        <p:txBody>
          <a:bodyPr rtlCol="0"/>
          <a:lstStyle/>
          <a:p>
            <a:pPr rtl="0"/>
            <a:r>
              <a:rPr lang="fr"/>
              <a:t>Modifiez le style du titre</a:t>
            </a:r>
            <a:endParaRPr lang="en-US" dirty="0"/>
          </a:p>
        </p:txBody>
      </p:sp>
      <p:sp>
        <p:nvSpPr>
          <p:cNvPr id="10" name="Espace réservé d’image 8">
            <a:extLst>
              <a:ext uri="{FF2B5EF4-FFF2-40B4-BE49-F238E27FC236}">
                <a16:creationId xmlns:a16="http://schemas.microsoft.com/office/drawing/2014/main" id="{C4C6F3D6-B9C8-D66A-B29A-CE5D5FBDE500}"/>
              </a:ext>
            </a:extLst>
          </p:cNvPr>
          <p:cNvSpPr>
            <a:spLocks noGrp="1"/>
          </p:cNvSpPr>
          <p:nvPr>
            <p:ph type="pic" sz="quarter" idx="13" hasCustomPrompt="1"/>
          </p:nvPr>
        </p:nvSpPr>
        <p:spPr>
          <a:xfrm>
            <a:off x="533400" y="531891"/>
            <a:ext cx="3886202" cy="3603594"/>
          </a:xfrm>
          <a:blipFill>
            <a:blip r:embed="rId2">
              <a:alphaModFix amt="70000"/>
            </a:blip>
            <a:stretch>
              <a:fillRect/>
            </a:stretch>
          </a:blipFill>
          <a:effectLst>
            <a:outerShdw blurRad="190500" dir="14400000" algn="r" rotWithShape="0">
              <a:prstClr val="black">
                <a:alpha val="10000"/>
              </a:prstClr>
            </a:outerShdw>
          </a:effectLst>
        </p:spPr>
        <p:txBody>
          <a:bodyPr rtlCol="0"/>
          <a:lstStyle>
            <a:lvl1pPr marL="0" indent="0">
              <a:buNone/>
              <a:defRPr/>
            </a:lvl1pPr>
          </a:lstStyle>
          <a:p>
            <a:pPr rtl="0"/>
            <a:r>
              <a:rPr lang="fr"/>
              <a:t> </a:t>
            </a:r>
          </a:p>
        </p:txBody>
      </p:sp>
      <p:sp>
        <p:nvSpPr>
          <p:cNvPr id="3" name="Espace réservé du contenu 2">
            <a:extLst>
              <a:ext uri="{FF2B5EF4-FFF2-40B4-BE49-F238E27FC236}">
                <a16:creationId xmlns:a16="http://schemas.microsoft.com/office/drawing/2014/main" id="{1D0AB536-3625-6C4C-BCE1-4533963FDEC5}"/>
              </a:ext>
            </a:extLst>
          </p:cNvPr>
          <p:cNvSpPr>
            <a:spLocks noGrp="1"/>
          </p:cNvSpPr>
          <p:nvPr>
            <p:ph idx="1"/>
          </p:nvPr>
        </p:nvSpPr>
        <p:spPr>
          <a:xfrm>
            <a:off x="4953001" y="694944"/>
            <a:ext cx="6705599" cy="5506798"/>
          </a:xfrm>
        </p:spPr>
        <p:txBody>
          <a:bodyPr rtlCol="0"/>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endParaRPr lang="en-US" dirty="0"/>
          </a:p>
        </p:txBody>
      </p:sp>
      <p:sp>
        <p:nvSpPr>
          <p:cNvPr id="11" name="Espace réservé du pied de page 10">
            <a:extLst>
              <a:ext uri="{FF2B5EF4-FFF2-40B4-BE49-F238E27FC236}">
                <a16:creationId xmlns:a16="http://schemas.microsoft.com/office/drawing/2014/main" id="{2354F31B-6E0C-9ACF-A3B4-2BE5DD2D21D0}"/>
              </a:ext>
            </a:extLst>
          </p:cNvPr>
          <p:cNvSpPr>
            <a:spLocks noGrp="1"/>
          </p:cNvSpPr>
          <p:nvPr>
            <p:ph type="ftr" sz="quarter" idx="15"/>
          </p:nvPr>
        </p:nvSpPr>
        <p:spPr/>
        <p:txBody>
          <a:bodyPr rtlCol="0"/>
          <a:lstStyle/>
          <a:p>
            <a:pPr rtl="0"/>
            <a:r>
              <a:rPr lang="fr"/>
              <a:t>Exemple de texte de pied de page</a:t>
            </a:r>
          </a:p>
        </p:txBody>
      </p:sp>
      <p:sp>
        <p:nvSpPr>
          <p:cNvPr id="9" name="Espace réservé de la date 8">
            <a:extLst>
              <a:ext uri="{FF2B5EF4-FFF2-40B4-BE49-F238E27FC236}">
                <a16:creationId xmlns:a16="http://schemas.microsoft.com/office/drawing/2014/main" id="{1D4992A1-A620-24C8-73C6-0C53DD6F3868}"/>
              </a:ext>
            </a:extLst>
          </p:cNvPr>
          <p:cNvSpPr>
            <a:spLocks noGrp="1"/>
          </p:cNvSpPr>
          <p:nvPr>
            <p:ph type="dt" sz="half" idx="14"/>
          </p:nvPr>
        </p:nvSpPr>
        <p:spPr/>
        <p:txBody>
          <a:bodyPr rtlCol="0"/>
          <a:lstStyle/>
          <a:p>
            <a:pPr rtl="0"/>
            <a:r>
              <a:rPr lang="en-US"/>
              <a:t>4/8/2025</a:t>
            </a:r>
          </a:p>
        </p:txBody>
      </p:sp>
      <p:sp>
        <p:nvSpPr>
          <p:cNvPr id="12" name="Espace réservé du numéro de diapositive 11">
            <a:extLst>
              <a:ext uri="{FF2B5EF4-FFF2-40B4-BE49-F238E27FC236}">
                <a16:creationId xmlns:a16="http://schemas.microsoft.com/office/drawing/2014/main" id="{F2384E85-ACDE-270D-7478-1B88F47F14A5}"/>
              </a:ext>
            </a:extLst>
          </p:cNvPr>
          <p:cNvSpPr>
            <a:spLocks noGrp="1"/>
          </p:cNvSpPr>
          <p:nvPr>
            <p:ph type="sldNum" sz="quarter" idx="16"/>
          </p:nvPr>
        </p:nvSpPr>
        <p:spPr/>
        <p:txBody>
          <a:bodyPr rtlCol="0"/>
          <a:lstStyle/>
          <a:p>
            <a:pPr rtl="0"/>
            <a:fld id="{DD84031F-D6BF-4677-B12E-7D8B88BA70F7}" type="slidenum">
              <a:rPr lang="en-US" smtClean="0"/>
              <a:t>‹n°›</a:t>
            </a:fld>
            <a:endParaRPr lang="en-US"/>
          </a:p>
        </p:txBody>
      </p:sp>
      <p:cxnSp>
        <p:nvCxnSpPr>
          <p:cNvPr id="7" name="Connecteur droit 6">
            <a:extLst>
              <a:ext uri="{FF2B5EF4-FFF2-40B4-BE49-F238E27FC236}">
                <a16:creationId xmlns:a16="http://schemas.microsoft.com/office/drawing/2014/main" id="{A04AB0D3-0312-25C6-7159-3EBA07E82C60}"/>
              </a:ext>
            </a:extLst>
          </p:cNvPr>
          <p:cNvCxnSpPr>
            <a:cxnSpLocks/>
          </p:cNvCxnSpPr>
          <p:nvPr/>
        </p:nvCxnSpPr>
        <p:spPr>
          <a:xfrm>
            <a:off x="4953001" y="531891"/>
            <a:ext cx="6705599"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8" name="Connecteur droit 7">
            <a:extLst>
              <a:ext uri="{FF2B5EF4-FFF2-40B4-BE49-F238E27FC236}">
                <a16:creationId xmlns:a16="http://schemas.microsoft.com/office/drawing/2014/main" id="{A04E4891-5C32-2FDE-C242-EDBA3B5D1AC4}"/>
              </a:ext>
            </a:extLst>
          </p:cNvPr>
          <p:cNvCxnSpPr>
            <a:cxnSpLocks/>
          </p:cNvCxnSpPr>
          <p:nvPr/>
        </p:nvCxnSpPr>
        <p:spPr>
          <a:xfrm>
            <a:off x="533399" y="6324600"/>
            <a:ext cx="11125201"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44063930"/>
      </p:ext>
    </p:extLst>
  </p:cSld>
  <p:clrMapOvr>
    <a:overrideClrMapping bg1="lt1" tx1="dk1" bg2="lt2" tx2="dk2" accent1="accent1" accent2="accent2" accent3="accent3" accent4="accent4" accent5="accent5" accent6="accent6" hlink="hlink" folHlink="folHlink"/>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p:cSld name="Nombre en grand">
    <p:bg>
      <p:bgRef idx="1001">
        <a:schemeClr val="bg1"/>
      </p:bgRef>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B5B8561-D435-07DE-2456-79994CDFB83C}"/>
              </a:ext>
            </a:extLst>
          </p:cNvPr>
          <p:cNvSpPr>
            <a:spLocks noGrp="1"/>
          </p:cNvSpPr>
          <p:nvPr>
            <p:ph type="title" hasCustomPrompt="1"/>
          </p:nvPr>
        </p:nvSpPr>
        <p:spPr>
          <a:xfrm>
            <a:off x="512889" y="5074607"/>
            <a:ext cx="11166223" cy="1068234"/>
          </a:xfrm>
        </p:spPr>
        <p:txBody>
          <a:bodyPr rtlCol="0" anchor="ctr">
            <a:normAutofit/>
          </a:bodyPr>
          <a:lstStyle>
            <a:lvl1pPr algn="ctr">
              <a:defRPr sz="2800">
                <a:solidFill>
                  <a:schemeClr val="tx1"/>
                </a:solidFill>
                <a:latin typeface="+mj-lt"/>
              </a:defRPr>
            </a:lvl1pPr>
          </a:lstStyle>
          <a:p>
            <a:pPr rtl="0"/>
            <a:r>
              <a:rPr lang="fr"/>
              <a:t>Cliquez pour modifier le texte</a:t>
            </a:r>
          </a:p>
        </p:txBody>
      </p:sp>
      <p:sp>
        <p:nvSpPr>
          <p:cNvPr id="7" name="Espace réservé du contenu 6">
            <a:extLst>
              <a:ext uri="{FF2B5EF4-FFF2-40B4-BE49-F238E27FC236}">
                <a16:creationId xmlns:a16="http://schemas.microsoft.com/office/drawing/2014/main" id="{A42AC33E-6837-F850-DF64-4475DAA059EE}"/>
              </a:ext>
            </a:extLst>
          </p:cNvPr>
          <p:cNvSpPr>
            <a:spLocks noGrp="1"/>
          </p:cNvSpPr>
          <p:nvPr>
            <p:ph sz="quarter" idx="13" hasCustomPrompt="1"/>
          </p:nvPr>
        </p:nvSpPr>
        <p:spPr>
          <a:xfrm>
            <a:off x="516419" y="495833"/>
            <a:ext cx="11159163" cy="4245996"/>
          </a:xfrm>
        </p:spPr>
        <p:txBody>
          <a:bodyPr rtlCol="0" anchor="ctr">
            <a:normAutofit/>
          </a:bodyPr>
          <a:lstStyle>
            <a:lvl1pPr marL="0" indent="0" algn="ctr">
              <a:lnSpc>
                <a:spcPct val="90000"/>
              </a:lnSpc>
              <a:buNone/>
              <a:defRPr sz="32000" cap="none" baseline="0">
                <a:solidFill>
                  <a:schemeClr val="accent1"/>
                </a:solidFill>
                <a:latin typeface="+mj-lt"/>
              </a:defRPr>
            </a:lvl1pPr>
            <a:lvl2pPr marL="228600" indent="0" algn="ctr">
              <a:lnSpc>
                <a:spcPct val="110000"/>
              </a:lnSpc>
              <a:buNone/>
              <a:defRPr sz="2400" cap="none" baseline="0">
                <a:solidFill>
                  <a:schemeClr val="tx1"/>
                </a:solidFill>
                <a:latin typeface="+mj-lt"/>
              </a:defRPr>
            </a:lvl2pPr>
            <a:lvl3pPr marL="457200" indent="0" algn="ctr">
              <a:lnSpc>
                <a:spcPct val="110000"/>
              </a:lnSpc>
              <a:buNone/>
              <a:defRPr sz="2000" cap="none" baseline="0">
                <a:solidFill>
                  <a:schemeClr val="tx1"/>
                </a:solidFill>
                <a:latin typeface="+mj-lt"/>
              </a:defRPr>
            </a:lvl3pPr>
            <a:lvl4pPr marL="685800" indent="0" algn="ctr">
              <a:lnSpc>
                <a:spcPct val="110000"/>
              </a:lnSpc>
              <a:buNone/>
              <a:defRPr sz="1800" cap="none" baseline="0">
                <a:solidFill>
                  <a:schemeClr val="tx1"/>
                </a:solidFill>
                <a:latin typeface="+mj-lt"/>
              </a:defRPr>
            </a:lvl4pPr>
            <a:lvl5pPr marL="914400" indent="0" algn="ctr">
              <a:lnSpc>
                <a:spcPct val="110000"/>
              </a:lnSpc>
              <a:buNone/>
              <a:defRPr sz="1600" cap="none" baseline="0">
                <a:solidFill>
                  <a:schemeClr val="tx1"/>
                </a:solidFill>
                <a:latin typeface="+mj-lt"/>
              </a:defRPr>
            </a:lvl5pPr>
          </a:lstStyle>
          <a:p>
            <a:pPr lvl="0" rtl="0"/>
            <a:r>
              <a:rPr lang="fr"/>
              <a:t>##%</a:t>
            </a:r>
          </a:p>
        </p:txBody>
      </p:sp>
      <p:sp>
        <p:nvSpPr>
          <p:cNvPr id="13" name="Espace réservé du pied de page 12">
            <a:extLst>
              <a:ext uri="{FF2B5EF4-FFF2-40B4-BE49-F238E27FC236}">
                <a16:creationId xmlns:a16="http://schemas.microsoft.com/office/drawing/2014/main" id="{FADD3D14-222C-BA8A-E4C0-8637820CBAB1}"/>
              </a:ext>
            </a:extLst>
          </p:cNvPr>
          <p:cNvSpPr>
            <a:spLocks noGrp="1"/>
          </p:cNvSpPr>
          <p:nvPr>
            <p:ph type="ftr" sz="quarter" idx="15"/>
          </p:nvPr>
        </p:nvSpPr>
        <p:spPr/>
        <p:txBody>
          <a:bodyPr rtlCol="0"/>
          <a:lstStyle/>
          <a:p>
            <a:pPr rtl="0"/>
            <a:r>
              <a:rPr lang="fr"/>
              <a:t>Exemple de texte de pied de page</a:t>
            </a:r>
          </a:p>
        </p:txBody>
      </p:sp>
      <p:sp>
        <p:nvSpPr>
          <p:cNvPr id="12" name="Espace réservé de la date 11">
            <a:extLst>
              <a:ext uri="{FF2B5EF4-FFF2-40B4-BE49-F238E27FC236}">
                <a16:creationId xmlns:a16="http://schemas.microsoft.com/office/drawing/2014/main" id="{7FEF00E3-D3E5-F5AF-F035-66A1547A0630}"/>
              </a:ext>
            </a:extLst>
          </p:cNvPr>
          <p:cNvSpPr>
            <a:spLocks noGrp="1"/>
          </p:cNvSpPr>
          <p:nvPr>
            <p:ph type="dt" sz="half" idx="14"/>
          </p:nvPr>
        </p:nvSpPr>
        <p:spPr/>
        <p:txBody>
          <a:bodyPr rtlCol="0"/>
          <a:lstStyle/>
          <a:p>
            <a:pPr rtl="0"/>
            <a:r>
              <a:rPr lang="en-US"/>
              <a:t>4/8/2025</a:t>
            </a:r>
          </a:p>
        </p:txBody>
      </p:sp>
      <p:sp>
        <p:nvSpPr>
          <p:cNvPr id="14" name="Espace réservé du numéro de diapositive 13">
            <a:extLst>
              <a:ext uri="{FF2B5EF4-FFF2-40B4-BE49-F238E27FC236}">
                <a16:creationId xmlns:a16="http://schemas.microsoft.com/office/drawing/2014/main" id="{37222D35-3F63-3753-6F10-57879AFE3C59}"/>
              </a:ext>
            </a:extLst>
          </p:cNvPr>
          <p:cNvSpPr>
            <a:spLocks noGrp="1"/>
          </p:cNvSpPr>
          <p:nvPr>
            <p:ph type="sldNum" sz="quarter" idx="16"/>
          </p:nvPr>
        </p:nvSpPr>
        <p:spPr/>
        <p:txBody>
          <a:bodyPr rtlCol="0"/>
          <a:lstStyle/>
          <a:p>
            <a:pPr rtl="0"/>
            <a:fld id="{DD84031F-D6BF-4677-B12E-7D8B88BA70F7}" type="slidenum">
              <a:rPr lang="en-US" smtClean="0"/>
              <a:t>‹n°›</a:t>
            </a:fld>
            <a:endParaRPr lang="en-US"/>
          </a:p>
        </p:txBody>
      </p:sp>
      <p:cxnSp>
        <p:nvCxnSpPr>
          <p:cNvPr id="6" name="Connecteur droit 5">
            <a:extLst>
              <a:ext uri="{FF2B5EF4-FFF2-40B4-BE49-F238E27FC236}">
                <a16:creationId xmlns:a16="http://schemas.microsoft.com/office/drawing/2014/main" id="{96998540-FFAB-625C-C2E6-DC04B074A2C4}"/>
              </a:ext>
            </a:extLst>
          </p:cNvPr>
          <p:cNvCxnSpPr>
            <a:cxnSpLocks/>
          </p:cNvCxnSpPr>
          <p:nvPr/>
        </p:nvCxnSpPr>
        <p:spPr>
          <a:xfrm>
            <a:off x="530352" y="4839664"/>
            <a:ext cx="11159163"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8" name="Connecteur droit 7">
            <a:extLst>
              <a:ext uri="{FF2B5EF4-FFF2-40B4-BE49-F238E27FC236}">
                <a16:creationId xmlns:a16="http://schemas.microsoft.com/office/drawing/2014/main" id="{9FE9B0A1-4C47-68AF-0383-4819E2242D4E}"/>
              </a:ext>
            </a:extLst>
          </p:cNvPr>
          <p:cNvCxnSpPr>
            <a:cxnSpLocks/>
          </p:cNvCxnSpPr>
          <p:nvPr/>
        </p:nvCxnSpPr>
        <p:spPr>
          <a:xfrm>
            <a:off x="530352" y="6324600"/>
            <a:ext cx="11159163"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15729339"/>
      </p:ext>
    </p:extLst>
  </p:cSld>
  <p:clrMapOvr>
    <a:overrideClrMapping bg1="lt1" tx1="dk1" bg2="lt2" tx2="dk2" accent1="accent1" accent2="accent2" accent3="accent3" accent4="accent4" accent5="accent5" accent6="accent6" hlink="hlink" folHlink="folHlink"/>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p:cSld name="Nombre en grand 2">
    <p:bg>
      <p:bgPr>
        <a:solidFill>
          <a:schemeClr val="accent1">
            <a:lumMod val="75000"/>
          </a:schemeClr>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B5B8561-D435-07DE-2456-79994CDFB83C}"/>
              </a:ext>
            </a:extLst>
          </p:cNvPr>
          <p:cNvSpPr>
            <a:spLocks noGrp="1"/>
          </p:cNvSpPr>
          <p:nvPr>
            <p:ph type="title" hasCustomPrompt="1"/>
          </p:nvPr>
        </p:nvSpPr>
        <p:spPr>
          <a:xfrm>
            <a:off x="512889" y="5074607"/>
            <a:ext cx="11166223" cy="1068234"/>
          </a:xfrm>
        </p:spPr>
        <p:txBody>
          <a:bodyPr rtlCol="0" anchor="ctr">
            <a:normAutofit/>
          </a:bodyPr>
          <a:lstStyle>
            <a:lvl1pPr algn="ctr">
              <a:defRPr sz="2800">
                <a:solidFill>
                  <a:schemeClr val="tx1"/>
                </a:solidFill>
                <a:latin typeface="+mj-lt"/>
              </a:defRPr>
            </a:lvl1pPr>
          </a:lstStyle>
          <a:p>
            <a:pPr rtl="0"/>
            <a:r>
              <a:rPr lang="fr"/>
              <a:t>Cliquez pour modifier le texte</a:t>
            </a:r>
          </a:p>
        </p:txBody>
      </p:sp>
      <p:sp>
        <p:nvSpPr>
          <p:cNvPr id="7" name="Espace réservé du contenu 6">
            <a:extLst>
              <a:ext uri="{FF2B5EF4-FFF2-40B4-BE49-F238E27FC236}">
                <a16:creationId xmlns:a16="http://schemas.microsoft.com/office/drawing/2014/main" id="{A42AC33E-6837-F850-DF64-4475DAA059EE}"/>
              </a:ext>
            </a:extLst>
          </p:cNvPr>
          <p:cNvSpPr>
            <a:spLocks noGrp="1"/>
          </p:cNvSpPr>
          <p:nvPr>
            <p:ph sz="quarter" idx="13" hasCustomPrompt="1"/>
          </p:nvPr>
        </p:nvSpPr>
        <p:spPr>
          <a:xfrm>
            <a:off x="516419" y="684675"/>
            <a:ext cx="11159163" cy="4229674"/>
          </a:xfrm>
        </p:spPr>
        <p:txBody>
          <a:bodyPr rtlCol="0" anchor="ctr">
            <a:normAutofit/>
          </a:bodyPr>
          <a:lstStyle>
            <a:lvl1pPr marL="0" indent="0" algn="ctr">
              <a:lnSpc>
                <a:spcPct val="90000"/>
              </a:lnSpc>
              <a:buNone/>
              <a:defRPr sz="32000" cap="none" baseline="0">
                <a:solidFill>
                  <a:schemeClr val="tx1"/>
                </a:solidFill>
                <a:latin typeface="+mj-lt"/>
              </a:defRPr>
            </a:lvl1pPr>
            <a:lvl2pPr marL="228600" indent="0" algn="ctr">
              <a:lnSpc>
                <a:spcPct val="110000"/>
              </a:lnSpc>
              <a:buNone/>
              <a:defRPr sz="2400" cap="none" baseline="0">
                <a:solidFill>
                  <a:schemeClr val="tx1"/>
                </a:solidFill>
                <a:latin typeface="+mj-lt"/>
              </a:defRPr>
            </a:lvl2pPr>
            <a:lvl3pPr marL="457200" indent="0" algn="ctr">
              <a:lnSpc>
                <a:spcPct val="110000"/>
              </a:lnSpc>
              <a:buNone/>
              <a:defRPr sz="2000" cap="none" baseline="0">
                <a:solidFill>
                  <a:schemeClr val="tx1"/>
                </a:solidFill>
                <a:latin typeface="+mj-lt"/>
              </a:defRPr>
            </a:lvl3pPr>
            <a:lvl4pPr marL="685800" indent="0" algn="ctr">
              <a:lnSpc>
                <a:spcPct val="110000"/>
              </a:lnSpc>
              <a:buNone/>
              <a:defRPr sz="1800" cap="none" baseline="0">
                <a:solidFill>
                  <a:schemeClr val="tx1"/>
                </a:solidFill>
                <a:latin typeface="+mj-lt"/>
              </a:defRPr>
            </a:lvl4pPr>
            <a:lvl5pPr marL="914400" indent="0" algn="ctr">
              <a:lnSpc>
                <a:spcPct val="110000"/>
              </a:lnSpc>
              <a:buNone/>
              <a:defRPr sz="1600" cap="none" baseline="0">
                <a:solidFill>
                  <a:schemeClr val="tx1"/>
                </a:solidFill>
                <a:latin typeface="+mj-lt"/>
              </a:defRPr>
            </a:lvl5pPr>
          </a:lstStyle>
          <a:p>
            <a:pPr lvl="0" rtl="0"/>
            <a:r>
              <a:rPr lang="fr"/>
              <a:t>##%</a:t>
            </a:r>
          </a:p>
        </p:txBody>
      </p:sp>
      <p:sp>
        <p:nvSpPr>
          <p:cNvPr id="10" name="Espace réservé du pied de page 9">
            <a:extLst>
              <a:ext uri="{FF2B5EF4-FFF2-40B4-BE49-F238E27FC236}">
                <a16:creationId xmlns:a16="http://schemas.microsoft.com/office/drawing/2014/main" id="{897B8847-6473-457E-E96C-6389E70595B5}"/>
              </a:ext>
            </a:extLst>
          </p:cNvPr>
          <p:cNvSpPr>
            <a:spLocks noGrp="1"/>
          </p:cNvSpPr>
          <p:nvPr>
            <p:ph type="ftr" sz="quarter" idx="15"/>
          </p:nvPr>
        </p:nvSpPr>
        <p:spPr/>
        <p:txBody>
          <a:bodyPr rtlCol="0"/>
          <a:lstStyle>
            <a:lvl1pPr>
              <a:defRPr>
                <a:solidFill>
                  <a:schemeClr val="tx1"/>
                </a:solidFill>
              </a:defRPr>
            </a:lvl1pPr>
          </a:lstStyle>
          <a:p>
            <a:pPr rtl="0"/>
            <a:r>
              <a:rPr lang="fr"/>
              <a:t>Exemple de Texte de Pied de page</a:t>
            </a:r>
          </a:p>
        </p:txBody>
      </p:sp>
      <p:sp>
        <p:nvSpPr>
          <p:cNvPr id="9" name="Espace réservé de la date 8">
            <a:extLst>
              <a:ext uri="{FF2B5EF4-FFF2-40B4-BE49-F238E27FC236}">
                <a16:creationId xmlns:a16="http://schemas.microsoft.com/office/drawing/2014/main" id="{397385FA-3FF0-FCCA-55E3-8E053BA2CA47}"/>
              </a:ext>
            </a:extLst>
          </p:cNvPr>
          <p:cNvSpPr>
            <a:spLocks noGrp="1"/>
          </p:cNvSpPr>
          <p:nvPr>
            <p:ph type="dt" sz="half" idx="14"/>
          </p:nvPr>
        </p:nvSpPr>
        <p:spPr/>
        <p:txBody>
          <a:bodyPr rtlCol="0"/>
          <a:lstStyle>
            <a:lvl1pPr>
              <a:defRPr>
                <a:solidFill>
                  <a:schemeClr val="tx1"/>
                </a:solidFill>
              </a:defRPr>
            </a:lvl1pPr>
          </a:lstStyle>
          <a:p>
            <a:pPr rtl="0"/>
            <a:r>
              <a:rPr lang="en-US"/>
              <a:t>4/8/2025</a:t>
            </a:r>
          </a:p>
        </p:txBody>
      </p:sp>
      <p:sp>
        <p:nvSpPr>
          <p:cNvPr id="11" name="Espace réservé du numéro de diapositive 10">
            <a:extLst>
              <a:ext uri="{FF2B5EF4-FFF2-40B4-BE49-F238E27FC236}">
                <a16:creationId xmlns:a16="http://schemas.microsoft.com/office/drawing/2014/main" id="{E72B5E7B-6D54-E7B9-4307-C655E0BCABB3}"/>
              </a:ext>
            </a:extLst>
          </p:cNvPr>
          <p:cNvSpPr>
            <a:spLocks noGrp="1"/>
          </p:cNvSpPr>
          <p:nvPr>
            <p:ph type="sldNum" sz="quarter" idx="16"/>
          </p:nvPr>
        </p:nvSpPr>
        <p:spPr/>
        <p:txBody>
          <a:bodyPr rtlCol="0"/>
          <a:lstStyle>
            <a:lvl1pPr>
              <a:defRPr>
                <a:solidFill>
                  <a:schemeClr val="tx1"/>
                </a:solidFill>
              </a:defRPr>
            </a:lvl1pPr>
          </a:lstStyle>
          <a:p>
            <a:pPr rtl="0"/>
            <a:fld id="{DD84031F-D6BF-4677-B12E-7D8B88BA70F7}" type="slidenum">
              <a:rPr lang="en-US" smtClean="0"/>
              <a:t>‹n°›</a:t>
            </a:fld>
            <a:endParaRPr lang="en-US"/>
          </a:p>
        </p:txBody>
      </p:sp>
      <p:cxnSp>
        <p:nvCxnSpPr>
          <p:cNvPr id="6" name="Connecteur droit 5">
            <a:extLst>
              <a:ext uri="{FF2B5EF4-FFF2-40B4-BE49-F238E27FC236}">
                <a16:creationId xmlns:a16="http://schemas.microsoft.com/office/drawing/2014/main" id="{96998540-FFAB-625C-C2E6-DC04B074A2C4}"/>
              </a:ext>
            </a:extLst>
          </p:cNvPr>
          <p:cNvCxnSpPr>
            <a:cxnSpLocks/>
          </p:cNvCxnSpPr>
          <p:nvPr/>
        </p:nvCxnSpPr>
        <p:spPr>
          <a:xfrm>
            <a:off x="530352" y="4839664"/>
            <a:ext cx="11159163"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8" name="Connecteur droit 7">
            <a:extLst>
              <a:ext uri="{FF2B5EF4-FFF2-40B4-BE49-F238E27FC236}">
                <a16:creationId xmlns:a16="http://schemas.microsoft.com/office/drawing/2014/main" id="{9FE9B0A1-4C47-68AF-0383-4819E2242D4E}"/>
              </a:ext>
            </a:extLst>
          </p:cNvPr>
          <p:cNvCxnSpPr>
            <a:cxnSpLocks/>
          </p:cNvCxnSpPr>
          <p:nvPr/>
        </p:nvCxnSpPr>
        <p:spPr>
          <a:xfrm>
            <a:off x="530352" y="6328597"/>
            <a:ext cx="11159163"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50532025"/>
      </p:ext>
    </p:extLst>
  </p:cSld>
  <p:clrMapOvr>
    <a:overrideClrMapping bg1="dk1" tx1="lt1" bg2="dk2" tx2="lt2" accent1="accent1" accent2="accent2" accent3="accent3" accent4="accent4" accent5="accent5" accent6="accent6" hlink="hlink" folHlink="folHlink"/>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p:cSld name="Nombre en grand 3">
    <p:bg>
      <p:bgRef idx="1001">
        <a:schemeClr val="bg1"/>
      </p:bgRef>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B5B8561-D435-07DE-2456-79994CDFB83C}"/>
              </a:ext>
            </a:extLst>
          </p:cNvPr>
          <p:cNvSpPr>
            <a:spLocks noGrp="1"/>
          </p:cNvSpPr>
          <p:nvPr>
            <p:ph type="title" hasCustomPrompt="1"/>
          </p:nvPr>
        </p:nvSpPr>
        <p:spPr>
          <a:xfrm>
            <a:off x="8371577" y="1673353"/>
            <a:ext cx="3287023" cy="3510898"/>
          </a:xfrm>
        </p:spPr>
        <p:txBody>
          <a:bodyPr vert="horz" lIns="91440" tIns="45720" rIns="91440" bIns="45720" rtlCol="0" anchor="ctr">
            <a:normAutofit/>
          </a:bodyPr>
          <a:lstStyle>
            <a:lvl1pPr>
              <a:lnSpc>
                <a:spcPct val="110000"/>
              </a:lnSpc>
              <a:defRPr lang="en-US" sz="2800" cap="none" baseline="0" dirty="0">
                <a:latin typeface="+mn-lt"/>
              </a:defRPr>
            </a:lvl1pPr>
          </a:lstStyle>
          <a:p>
            <a:pPr lvl="0" rtl="0"/>
            <a:r>
              <a:rPr lang="fr"/>
              <a:t>Cliquez pour modifier le texte</a:t>
            </a:r>
          </a:p>
        </p:txBody>
      </p:sp>
      <p:sp>
        <p:nvSpPr>
          <p:cNvPr id="7" name="Espace réservé du contenu 6">
            <a:extLst>
              <a:ext uri="{FF2B5EF4-FFF2-40B4-BE49-F238E27FC236}">
                <a16:creationId xmlns:a16="http://schemas.microsoft.com/office/drawing/2014/main" id="{A42AC33E-6837-F850-DF64-4475DAA059EE}"/>
              </a:ext>
            </a:extLst>
          </p:cNvPr>
          <p:cNvSpPr>
            <a:spLocks noGrp="1"/>
          </p:cNvSpPr>
          <p:nvPr>
            <p:ph sz="quarter" idx="13" hasCustomPrompt="1"/>
          </p:nvPr>
        </p:nvSpPr>
        <p:spPr>
          <a:xfrm>
            <a:off x="365759" y="1328272"/>
            <a:ext cx="7445950" cy="4169651"/>
          </a:xfrm>
        </p:spPr>
        <p:txBody>
          <a:bodyPr rtlCol="0" anchor="ctr">
            <a:normAutofit/>
          </a:bodyPr>
          <a:lstStyle>
            <a:lvl1pPr marL="0" indent="0" algn="ctr">
              <a:lnSpc>
                <a:spcPct val="110000"/>
              </a:lnSpc>
              <a:buNone/>
              <a:defRPr sz="23700" cap="none" baseline="0">
                <a:solidFill>
                  <a:schemeClr val="accent1"/>
                </a:solidFill>
                <a:latin typeface="+mj-lt"/>
              </a:defRPr>
            </a:lvl1pPr>
            <a:lvl2pPr marL="228600" indent="0" algn="l">
              <a:lnSpc>
                <a:spcPct val="110000"/>
              </a:lnSpc>
              <a:buNone/>
              <a:defRPr sz="2400" cap="none" baseline="0">
                <a:solidFill>
                  <a:schemeClr val="bg1"/>
                </a:solidFill>
              </a:defRPr>
            </a:lvl2pPr>
            <a:lvl3pPr marL="457200" indent="0" algn="l">
              <a:lnSpc>
                <a:spcPct val="110000"/>
              </a:lnSpc>
              <a:buNone/>
              <a:defRPr sz="2000" cap="none" baseline="0">
                <a:solidFill>
                  <a:schemeClr val="bg1"/>
                </a:solidFill>
              </a:defRPr>
            </a:lvl3pPr>
            <a:lvl4pPr marL="685800" indent="0" algn="l">
              <a:lnSpc>
                <a:spcPct val="110000"/>
              </a:lnSpc>
              <a:buNone/>
              <a:defRPr sz="1800" cap="none" baseline="0">
                <a:solidFill>
                  <a:schemeClr val="bg1"/>
                </a:solidFill>
              </a:defRPr>
            </a:lvl4pPr>
            <a:lvl5pPr marL="914400" indent="0" algn="l">
              <a:lnSpc>
                <a:spcPct val="110000"/>
              </a:lnSpc>
              <a:buNone/>
              <a:defRPr sz="1600" cap="none" baseline="0">
                <a:solidFill>
                  <a:schemeClr val="bg1"/>
                </a:solidFill>
              </a:defRPr>
            </a:lvl5pPr>
          </a:lstStyle>
          <a:p>
            <a:pPr lvl="0" rtl="0"/>
            <a:r>
              <a:rPr lang="fr"/>
              <a:t>##%</a:t>
            </a:r>
          </a:p>
        </p:txBody>
      </p:sp>
      <p:sp>
        <p:nvSpPr>
          <p:cNvPr id="11" name="Espace réservé du pied de page 10">
            <a:extLst>
              <a:ext uri="{FF2B5EF4-FFF2-40B4-BE49-F238E27FC236}">
                <a16:creationId xmlns:a16="http://schemas.microsoft.com/office/drawing/2014/main" id="{446459C9-E9DA-926C-F0C0-5EEDE6960776}"/>
              </a:ext>
            </a:extLst>
          </p:cNvPr>
          <p:cNvSpPr>
            <a:spLocks noGrp="1"/>
          </p:cNvSpPr>
          <p:nvPr>
            <p:ph type="ftr" sz="quarter" idx="15"/>
          </p:nvPr>
        </p:nvSpPr>
        <p:spPr/>
        <p:txBody>
          <a:bodyPr rtlCol="0"/>
          <a:lstStyle/>
          <a:p>
            <a:pPr rtl="0"/>
            <a:r>
              <a:rPr lang="fr"/>
              <a:t>Exemple de texte de pied de page</a:t>
            </a:r>
          </a:p>
        </p:txBody>
      </p:sp>
      <p:sp>
        <p:nvSpPr>
          <p:cNvPr id="8" name="Espace réservé de la date 7">
            <a:extLst>
              <a:ext uri="{FF2B5EF4-FFF2-40B4-BE49-F238E27FC236}">
                <a16:creationId xmlns:a16="http://schemas.microsoft.com/office/drawing/2014/main" id="{C1D02E87-8057-8AC7-6F57-2066BA1BC9B7}"/>
              </a:ext>
            </a:extLst>
          </p:cNvPr>
          <p:cNvSpPr>
            <a:spLocks noGrp="1"/>
          </p:cNvSpPr>
          <p:nvPr>
            <p:ph type="dt" sz="half" idx="14"/>
          </p:nvPr>
        </p:nvSpPr>
        <p:spPr/>
        <p:txBody>
          <a:bodyPr rtlCol="0"/>
          <a:lstStyle/>
          <a:p>
            <a:pPr rtl="0"/>
            <a:r>
              <a:rPr lang="en-US"/>
              <a:t>4/8/2025</a:t>
            </a:r>
          </a:p>
        </p:txBody>
      </p:sp>
      <p:sp>
        <p:nvSpPr>
          <p:cNvPr id="12" name="Espace réservé du numéro de diapositive 11">
            <a:extLst>
              <a:ext uri="{FF2B5EF4-FFF2-40B4-BE49-F238E27FC236}">
                <a16:creationId xmlns:a16="http://schemas.microsoft.com/office/drawing/2014/main" id="{52EFA3D8-21DC-0E04-B4E7-4C502496DF9B}"/>
              </a:ext>
            </a:extLst>
          </p:cNvPr>
          <p:cNvSpPr>
            <a:spLocks noGrp="1"/>
          </p:cNvSpPr>
          <p:nvPr>
            <p:ph type="sldNum" sz="quarter" idx="16"/>
          </p:nvPr>
        </p:nvSpPr>
        <p:spPr/>
        <p:txBody>
          <a:bodyPr rtlCol="0"/>
          <a:lstStyle/>
          <a:p>
            <a:pPr rtl="0"/>
            <a:fld id="{DD84031F-D6BF-4677-B12E-7D8B88BA70F7}" type="slidenum">
              <a:rPr lang="en-US" smtClean="0"/>
              <a:t>‹n°›</a:t>
            </a:fld>
            <a:endParaRPr lang="en-US"/>
          </a:p>
        </p:txBody>
      </p:sp>
      <p:cxnSp>
        <p:nvCxnSpPr>
          <p:cNvPr id="9" name="Connecteur droit 8">
            <a:extLst>
              <a:ext uri="{FF2B5EF4-FFF2-40B4-BE49-F238E27FC236}">
                <a16:creationId xmlns:a16="http://schemas.microsoft.com/office/drawing/2014/main" id="{2426DA2D-1FAE-447C-839B-22F6F0CB343E}"/>
              </a:ext>
            </a:extLst>
          </p:cNvPr>
          <p:cNvCxnSpPr>
            <a:cxnSpLocks/>
          </p:cNvCxnSpPr>
          <p:nvPr/>
        </p:nvCxnSpPr>
        <p:spPr>
          <a:xfrm>
            <a:off x="516418" y="1198471"/>
            <a:ext cx="11142182"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10" name="Connecteur droit 9">
            <a:extLst>
              <a:ext uri="{FF2B5EF4-FFF2-40B4-BE49-F238E27FC236}">
                <a16:creationId xmlns:a16="http://schemas.microsoft.com/office/drawing/2014/main" id="{29FD6543-37F0-7721-32E4-3B3C905CC66D}"/>
              </a:ext>
            </a:extLst>
          </p:cNvPr>
          <p:cNvCxnSpPr>
            <a:cxnSpLocks/>
          </p:cNvCxnSpPr>
          <p:nvPr/>
        </p:nvCxnSpPr>
        <p:spPr>
          <a:xfrm>
            <a:off x="530352" y="5638290"/>
            <a:ext cx="11149242"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10803998"/>
      </p:ext>
    </p:extLst>
  </p:cSld>
  <p:clrMapOvr>
    <a:overrideClrMapping bg1="lt1" tx1="dk1" bg2="lt2" tx2="dk2" accent1="accent1" accent2="accent2" accent3="accent3" accent4="accent4" accent5="accent5" accent6="accent6" hlink="hlink" folHlink="folHlink"/>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p:cSld name="Énoncé">
    <p:bg>
      <p:bgPr>
        <a:solidFill>
          <a:schemeClr val="accent1">
            <a:lumMod val="75000"/>
          </a:schemeClr>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rtlCol="0"/>
          <a:lstStyle/>
          <a:p>
            <a:pPr rtl="0"/>
            <a:r>
              <a:rPr lang="fr"/>
              <a:t>Modifiez le style du titre</a:t>
            </a:r>
            <a:endParaRPr lang="en-US" dirty="0"/>
          </a:p>
        </p:txBody>
      </p:sp>
      <p:sp>
        <p:nvSpPr>
          <p:cNvPr id="7" name="Espace réservé du contenu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411480" y="722376"/>
            <a:ext cx="10762488" cy="5458968"/>
          </a:xfrm>
        </p:spPr>
        <p:txBody>
          <a:bodyPr vert="horz" lIns="91440" tIns="45720" rIns="91440" bIns="45720" rtlCol="0">
            <a:normAutofit/>
          </a:bodyPr>
          <a:lstStyle>
            <a:lvl1pPr marL="0" indent="0">
              <a:lnSpc>
                <a:spcPct val="90000"/>
              </a:lnSpc>
              <a:buNone/>
              <a:defRPr lang="en-US" sz="7200" cap="all" baseline="0" dirty="0">
                <a:latin typeface="+mj-lt"/>
              </a:defRPr>
            </a:lvl1pPr>
            <a:lvl2pPr marL="457200" indent="0">
              <a:lnSpc>
                <a:spcPct val="90000"/>
              </a:lnSpc>
              <a:buNone/>
              <a:defRPr lang="en-US" sz="6600" cap="all" baseline="0" dirty="0">
                <a:latin typeface="+mj-lt"/>
              </a:defRPr>
            </a:lvl2pPr>
            <a:lvl3pPr marL="914400" indent="0">
              <a:lnSpc>
                <a:spcPct val="90000"/>
              </a:lnSpc>
              <a:buNone/>
              <a:defRPr lang="en-US" sz="6000" cap="all" baseline="0" dirty="0">
                <a:latin typeface="+mj-lt"/>
              </a:defRPr>
            </a:lvl3pPr>
            <a:lvl4pPr marL="1371600" indent="0">
              <a:lnSpc>
                <a:spcPct val="90000"/>
              </a:lnSpc>
              <a:buNone/>
              <a:defRPr lang="en-US" sz="6000" cap="all" baseline="0" dirty="0">
                <a:latin typeface="+mj-lt"/>
              </a:defRPr>
            </a:lvl4pPr>
            <a:lvl5pPr marL="1828800" indent="0">
              <a:lnSpc>
                <a:spcPct val="90000"/>
              </a:lnSpc>
              <a:buNone/>
              <a:defRPr lang="en-US" sz="6000" cap="all" baseline="0" dirty="0">
                <a:latin typeface="+mj-lt"/>
              </a:defRPr>
            </a:lvl5pPr>
          </a:lstStyle>
          <a:p>
            <a:pPr lvl="0" rtl="0"/>
            <a:r>
              <a:rPr lang="fr"/>
              <a:t>Cliquez pour modifier l’énoncé</a:t>
            </a:r>
          </a:p>
          <a:p>
            <a:pPr lvl="1" rtl="0"/>
            <a:r>
              <a:rPr lang="fr"/>
              <a:t>Deuxième niveau</a:t>
            </a:r>
          </a:p>
          <a:p>
            <a:pPr lvl="2" rtl="0"/>
            <a:r>
              <a:rPr lang="fr"/>
              <a:t>Troisième niveau</a:t>
            </a:r>
          </a:p>
          <a:p>
            <a:pPr lvl="3" rtl="0"/>
            <a:r>
              <a:rPr lang="fr"/>
              <a:t>Quatrième niveau</a:t>
            </a:r>
          </a:p>
          <a:p>
            <a:pPr lvl="4" rtl="0"/>
            <a:r>
              <a:rPr lang="fr"/>
              <a:t>Cinquième niveau</a:t>
            </a:r>
          </a:p>
        </p:txBody>
      </p:sp>
      <p:sp>
        <p:nvSpPr>
          <p:cNvPr id="10" name="Espace réservé du pied de page 9">
            <a:extLst>
              <a:ext uri="{FF2B5EF4-FFF2-40B4-BE49-F238E27FC236}">
                <a16:creationId xmlns:a16="http://schemas.microsoft.com/office/drawing/2014/main" id="{B4B05AAB-D167-637A-451A-510AF3173A71}"/>
              </a:ext>
            </a:extLst>
          </p:cNvPr>
          <p:cNvSpPr>
            <a:spLocks noGrp="1"/>
          </p:cNvSpPr>
          <p:nvPr>
            <p:ph type="ftr" sz="quarter" idx="15"/>
          </p:nvPr>
        </p:nvSpPr>
        <p:spPr/>
        <p:txBody>
          <a:bodyPr rtlCol="0"/>
          <a:lstStyle>
            <a:lvl1pPr>
              <a:defRPr>
                <a:solidFill>
                  <a:schemeClr val="tx1"/>
                </a:solidFill>
              </a:defRPr>
            </a:lvl1pPr>
          </a:lstStyle>
          <a:p>
            <a:pPr rtl="0"/>
            <a:r>
              <a:rPr lang="fr"/>
              <a:t>Exemple de texte de pied de page</a:t>
            </a:r>
          </a:p>
        </p:txBody>
      </p:sp>
      <p:sp>
        <p:nvSpPr>
          <p:cNvPr id="6" name="Espace réservé de la date 5">
            <a:extLst>
              <a:ext uri="{FF2B5EF4-FFF2-40B4-BE49-F238E27FC236}">
                <a16:creationId xmlns:a16="http://schemas.microsoft.com/office/drawing/2014/main" id="{A28B3CFC-5715-1685-A039-A3162E1A6D00}"/>
              </a:ext>
            </a:extLst>
          </p:cNvPr>
          <p:cNvSpPr>
            <a:spLocks noGrp="1"/>
          </p:cNvSpPr>
          <p:nvPr>
            <p:ph type="dt" sz="half" idx="14"/>
          </p:nvPr>
        </p:nvSpPr>
        <p:spPr/>
        <p:txBody>
          <a:bodyPr rtlCol="0"/>
          <a:lstStyle>
            <a:lvl1pPr>
              <a:defRPr>
                <a:solidFill>
                  <a:schemeClr val="tx1"/>
                </a:solidFill>
              </a:defRPr>
            </a:lvl1pPr>
          </a:lstStyle>
          <a:p>
            <a:pPr rtl="0"/>
            <a:r>
              <a:rPr lang="en-US"/>
              <a:t>4/8/2025</a:t>
            </a:r>
          </a:p>
        </p:txBody>
      </p:sp>
      <p:sp>
        <p:nvSpPr>
          <p:cNvPr id="11" name="Espace réservé du numéro de diapositive 10">
            <a:extLst>
              <a:ext uri="{FF2B5EF4-FFF2-40B4-BE49-F238E27FC236}">
                <a16:creationId xmlns:a16="http://schemas.microsoft.com/office/drawing/2014/main" id="{B5256ABD-1750-68C8-B3DD-DDDA3342C7F6}"/>
              </a:ext>
            </a:extLst>
          </p:cNvPr>
          <p:cNvSpPr>
            <a:spLocks noGrp="1"/>
          </p:cNvSpPr>
          <p:nvPr>
            <p:ph type="sldNum" sz="quarter" idx="16"/>
          </p:nvPr>
        </p:nvSpPr>
        <p:spPr/>
        <p:txBody>
          <a:bodyPr rtlCol="0"/>
          <a:lstStyle>
            <a:lvl1pPr>
              <a:defRPr>
                <a:solidFill>
                  <a:schemeClr val="tx1"/>
                </a:solidFill>
              </a:defRPr>
            </a:lvl1pPr>
          </a:lstStyle>
          <a:p>
            <a:pPr rtl="0"/>
            <a:fld id="{DD84031F-D6BF-4677-B12E-7D8B88BA70F7}" type="slidenum">
              <a:rPr lang="en-US" smtClean="0"/>
              <a:pPr rtl="0"/>
              <a:t>‹n°›</a:t>
            </a:fld>
            <a:endParaRPr lang="en-US"/>
          </a:p>
        </p:txBody>
      </p:sp>
      <p:cxnSp>
        <p:nvCxnSpPr>
          <p:cNvPr id="8" name="Connecteur droit 7">
            <a:extLst>
              <a:ext uri="{FF2B5EF4-FFF2-40B4-BE49-F238E27FC236}">
                <a16:creationId xmlns:a16="http://schemas.microsoft.com/office/drawing/2014/main" id="{07C0A4E9-267E-8FCC-AB27-70F0E33E2D79}"/>
              </a:ext>
            </a:extLst>
          </p:cNvPr>
          <p:cNvCxnSpPr>
            <a:cxnSpLocks/>
          </p:cNvCxnSpPr>
          <p:nvPr/>
        </p:nvCxnSpPr>
        <p:spPr>
          <a:xfrm>
            <a:off x="530352" y="533400"/>
            <a:ext cx="11128248" cy="0"/>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 name="Connecteur droit 8">
            <a:extLst>
              <a:ext uri="{FF2B5EF4-FFF2-40B4-BE49-F238E27FC236}">
                <a16:creationId xmlns:a16="http://schemas.microsoft.com/office/drawing/2014/main" id="{97A1B5A9-A34C-A393-09C0-174C561F5FBF}"/>
              </a:ext>
            </a:extLst>
          </p:cNvPr>
          <p:cNvCxnSpPr>
            <a:cxnSpLocks/>
          </p:cNvCxnSpPr>
          <p:nvPr/>
        </p:nvCxnSpPr>
        <p:spPr>
          <a:xfrm>
            <a:off x="530352" y="6324600"/>
            <a:ext cx="11128248" cy="0"/>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29496999"/>
      </p:ext>
    </p:extLst>
  </p:cSld>
  <p:clrMapOvr>
    <a:overrideClrMapping bg1="dk1" tx1="lt1" bg2="dk2" tx2="lt2" accent1="accent1" accent2="accent2" accent3="accent3" accent4="accent4" accent5="accent5" accent6="accent6" hlink="hlink" folHlink="folHlink"/>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p:cSld name="Énoncé 2">
    <p:bg>
      <p:bgRef idx="1001">
        <a:schemeClr val="bg1"/>
      </p:bgRef>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rtlCol="0"/>
          <a:lstStyle/>
          <a:p>
            <a:pPr rtl="0"/>
            <a:r>
              <a:rPr lang="fr"/>
              <a:t>Modifiez le style du titre</a:t>
            </a:r>
            <a:endParaRPr lang="en-US" dirty="0"/>
          </a:p>
        </p:txBody>
      </p:sp>
      <p:sp>
        <p:nvSpPr>
          <p:cNvPr id="7" name="Espace réservé du contenu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430415" y="717754"/>
            <a:ext cx="10758791" cy="5458159"/>
          </a:xfrm>
        </p:spPr>
        <p:txBody>
          <a:bodyPr vert="horz" lIns="91440" tIns="45720" rIns="91440" bIns="45720" rtlCol="0" anchor="t">
            <a:normAutofit/>
          </a:bodyPr>
          <a:lstStyle>
            <a:lvl1pPr marL="0" indent="0">
              <a:lnSpc>
                <a:spcPct val="90000"/>
              </a:lnSpc>
              <a:spcBef>
                <a:spcPts val="1000"/>
              </a:spcBef>
              <a:buNone/>
              <a:defRPr lang="en-US" sz="7200" b="0" cap="all" baseline="0" dirty="0">
                <a:solidFill>
                  <a:schemeClr val="accent1"/>
                </a:solidFill>
                <a:latin typeface="+mj-lt"/>
                <a:ea typeface="+mj-ea"/>
                <a:cs typeface="+mj-cs"/>
              </a:defRPr>
            </a:lvl1pPr>
            <a:lvl2pPr marL="457200" indent="0">
              <a:lnSpc>
                <a:spcPct val="90000"/>
              </a:lnSpc>
              <a:spcBef>
                <a:spcPts val="1000"/>
              </a:spcBef>
              <a:buNone/>
              <a:defRPr lang="en-US" sz="6600" b="0" cap="all" baseline="0" dirty="0">
                <a:solidFill>
                  <a:schemeClr val="accent1"/>
                </a:solidFill>
                <a:latin typeface="+mj-lt"/>
              </a:defRPr>
            </a:lvl2pPr>
            <a:lvl3pPr marL="914400" indent="0">
              <a:lnSpc>
                <a:spcPct val="90000"/>
              </a:lnSpc>
              <a:spcBef>
                <a:spcPts val="1000"/>
              </a:spcBef>
              <a:buNone/>
              <a:defRPr lang="en-US" sz="6000" b="0" cap="all" baseline="0" dirty="0">
                <a:solidFill>
                  <a:schemeClr val="accent1"/>
                </a:solidFill>
                <a:latin typeface="+mj-lt"/>
              </a:defRPr>
            </a:lvl3pPr>
            <a:lvl4pPr marL="1371600" indent="0">
              <a:lnSpc>
                <a:spcPct val="90000"/>
              </a:lnSpc>
              <a:spcBef>
                <a:spcPts val="1000"/>
              </a:spcBef>
              <a:buNone/>
              <a:defRPr lang="en-US" sz="6000" b="0" cap="all" baseline="0" dirty="0">
                <a:solidFill>
                  <a:schemeClr val="accent1"/>
                </a:solidFill>
                <a:latin typeface="+mj-lt"/>
              </a:defRPr>
            </a:lvl4pPr>
            <a:lvl5pPr marL="1828800" indent="0">
              <a:lnSpc>
                <a:spcPct val="90000"/>
              </a:lnSpc>
              <a:spcBef>
                <a:spcPts val="1000"/>
              </a:spcBef>
              <a:buNone/>
              <a:defRPr lang="en-US" sz="6000" b="0" cap="all" baseline="0" dirty="0">
                <a:solidFill>
                  <a:schemeClr val="accent1"/>
                </a:solidFill>
                <a:latin typeface="+mj-lt"/>
              </a:defRPr>
            </a:lvl5pPr>
          </a:lstStyle>
          <a:p>
            <a:pPr marL="228600" lvl="0" indent="-228600" rtl="0">
              <a:lnSpc>
                <a:spcPct val="90000"/>
              </a:lnSpc>
              <a:spcBef>
                <a:spcPct val="0"/>
              </a:spcBef>
            </a:pPr>
            <a:r>
              <a:rPr lang="fr"/>
              <a:t>Cliquez pour modifier l’énoncé</a:t>
            </a:r>
          </a:p>
          <a:p>
            <a:pPr lvl="1" rtl="0"/>
            <a:r>
              <a:rPr lang="fr"/>
              <a:t>Deuxième niveau</a:t>
            </a:r>
          </a:p>
          <a:p>
            <a:pPr lvl="2" rtl="0"/>
            <a:r>
              <a:rPr lang="fr"/>
              <a:t>Troisième niveau</a:t>
            </a:r>
          </a:p>
          <a:p>
            <a:pPr lvl="3" rtl="0"/>
            <a:r>
              <a:rPr lang="fr"/>
              <a:t>Quatrième niveau</a:t>
            </a:r>
          </a:p>
          <a:p>
            <a:pPr lvl="4" rtl="0"/>
            <a:r>
              <a:rPr lang="fr"/>
              <a:t>Cinquième niveau</a:t>
            </a:r>
          </a:p>
        </p:txBody>
      </p:sp>
      <p:sp>
        <p:nvSpPr>
          <p:cNvPr id="4" name="Espace réservé du pied de page 3">
            <a:extLst>
              <a:ext uri="{FF2B5EF4-FFF2-40B4-BE49-F238E27FC236}">
                <a16:creationId xmlns:a16="http://schemas.microsoft.com/office/drawing/2014/main" id="{3D56E87B-2252-4382-E6E7-15A81BCC8029}"/>
              </a:ext>
            </a:extLst>
          </p:cNvPr>
          <p:cNvSpPr>
            <a:spLocks noGrp="1"/>
          </p:cNvSpPr>
          <p:nvPr>
            <p:ph type="ftr" sz="quarter" idx="11"/>
          </p:nvPr>
        </p:nvSpPr>
        <p:spPr/>
        <p:txBody>
          <a:bodyPr rtlCol="0"/>
          <a:lstStyle/>
          <a:p>
            <a:pPr rtl="0"/>
            <a:r>
              <a:rPr lang="fr"/>
              <a:t>Exemple de Texte de Pied de page</a:t>
            </a:r>
          </a:p>
        </p:txBody>
      </p:sp>
      <p:sp>
        <p:nvSpPr>
          <p:cNvPr id="3" name="Espace réservé de la date 2">
            <a:extLst>
              <a:ext uri="{FF2B5EF4-FFF2-40B4-BE49-F238E27FC236}">
                <a16:creationId xmlns:a16="http://schemas.microsoft.com/office/drawing/2014/main" id="{67F688C7-1128-9027-65E4-A17BBE7DDDF0}"/>
              </a:ext>
            </a:extLst>
          </p:cNvPr>
          <p:cNvSpPr>
            <a:spLocks noGrp="1"/>
          </p:cNvSpPr>
          <p:nvPr>
            <p:ph type="dt" sz="half" idx="10"/>
          </p:nvPr>
        </p:nvSpPr>
        <p:spPr/>
        <p:txBody>
          <a:bodyPr rtlCol="0"/>
          <a:lstStyle/>
          <a:p>
            <a:pPr rtl="0"/>
            <a:r>
              <a:rPr lang="en-US"/>
              <a:t>4/8/2025</a:t>
            </a:r>
          </a:p>
        </p:txBody>
      </p:sp>
      <p:sp>
        <p:nvSpPr>
          <p:cNvPr id="5" name="Espace réservé du numéro de diapositive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rtlCol="0"/>
          <a:lstStyle/>
          <a:p>
            <a:pPr rtl="0"/>
            <a:fld id="{DD84031F-D6BF-4677-B12E-7D8B88BA70F7}" type="slidenum">
              <a:rPr lang="en-US" smtClean="0"/>
              <a:t>‹n°›</a:t>
            </a:fld>
            <a:endParaRPr lang="en-US"/>
          </a:p>
        </p:txBody>
      </p:sp>
      <p:cxnSp>
        <p:nvCxnSpPr>
          <p:cNvPr id="8" name="Connecteur droit 7">
            <a:extLst>
              <a:ext uri="{FF2B5EF4-FFF2-40B4-BE49-F238E27FC236}">
                <a16:creationId xmlns:a16="http://schemas.microsoft.com/office/drawing/2014/main" id="{B321C58F-32A5-353B-47A2-C43DAAB8F254}"/>
              </a:ext>
            </a:extLst>
          </p:cNvPr>
          <p:cNvCxnSpPr>
            <a:cxnSpLocks/>
          </p:cNvCxnSpPr>
          <p:nvPr/>
        </p:nvCxnSpPr>
        <p:spPr>
          <a:xfrm>
            <a:off x="530352" y="530352"/>
            <a:ext cx="11128248"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9" name="Connecteur droit 8">
            <a:extLst>
              <a:ext uri="{FF2B5EF4-FFF2-40B4-BE49-F238E27FC236}">
                <a16:creationId xmlns:a16="http://schemas.microsoft.com/office/drawing/2014/main" id="{97A1B5A9-A34C-A393-09C0-174C561F5FBF}"/>
              </a:ext>
            </a:extLst>
          </p:cNvPr>
          <p:cNvCxnSpPr>
            <a:cxnSpLocks/>
          </p:cNvCxnSpPr>
          <p:nvPr/>
        </p:nvCxnSpPr>
        <p:spPr>
          <a:xfrm>
            <a:off x="530352" y="6324600"/>
            <a:ext cx="11128248"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115070642"/>
      </p:ext>
    </p:extLst>
  </p:cSld>
  <p:clrMapOvr>
    <a:overrideClrMapping bg1="lt1" tx1="dk1" bg2="lt2" tx2="dk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p:cSld name="Énoncé 3">
    <p:bg>
      <p:bgRef idx="1001">
        <a:schemeClr val="bg1"/>
      </p:bgRef>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rtlCol="0"/>
          <a:lstStyle/>
          <a:p>
            <a:pPr rtl="0"/>
            <a:r>
              <a:rPr lang="fr"/>
              <a:t>Modifiez le style du titre</a:t>
            </a:r>
            <a:endParaRPr lang="en-US" dirty="0"/>
          </a:p>
        </p:txBody>
      </p:sp>
      <p:sp>
        <p:nvSpPr>
          <p:cNvPr id="7" name="Espace réservé du contenu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450490" y="1828806"/>
            <a:ext cx="9291020" cy="3132569"/>
          </a:xfrm>
        </p:spPr>
        <p:txBody>
          <a:bodyPr rtlCol="0" anchor="ctr">
            <a:normAutofit/>
          </a:bodyPr>
          <a:lstStyle>
            <a:lvl1pPr marL="0" indent="0" algn="ctr">
              <a:lnSpc>
                <a:spcPct val="100000"/>
              </a:lnSpc>
              <a:buNone/>
              <a:defRPr sz="5400" b="0">
                <a:solidFill>
                  <a:schemeClr val="accent1"/>
                </a:solidFill>
              </a:defRPr>
            </a:lvl1pPr>
            <a:lvl2pPr marL="228600" indent="0" algn="ctr">
              <a:lnSpc>
                <a:spcPct val="100000"/>
              </a:lnSpc>
              <a:buNone/>
              <a:defRPr sz="4800" b="0">
                <a:solidFill>
                  <a:schemeClr val="accent1"/>
                </a:solidFill>
              </a:defRPr>
            </a:lvl2pPr>
            <a:lvl3pPr marL="457200" indent="0" algn="ctr">
              <a:lnSpc>
                <a:spcPct val="100000"/>
              </a:lnSpc>
              <a:buNone/>
              <a:defRPr sz="4400" b="0">
                <a:solidFill>
                  <a:schemeClr val="accent1"/>
                </a:solidFill>
              </a:defRPr>
            </a:lvl3pPr>
            <a:lvl4pPr marL="685800" indent="0" algn="ctr">
              <a:lnSpc>
                <a:spcPct val="100000"/>
              </a:lnSpc>
              <a:buNone/>
              <a:defRPr sz="4000" b="0">
                <a:solidFill>
                  <a:schemeClr val="accent1"/>
                </a:solidFill>
              </a:defRPr>
            </a:lvl4pPr>
            <a:lvl5pPr marL="914400" indent="0" algn="ctr">
              <a:lnSpc>
                <a:spcPct val="100000"/>
              </a:lnSpc>
              <a:buNone/>
              <a:defRPr sz="3600" b="0">
                <a:solidFill>
                  <a:schemeClr val="accent1"/>
                </a:solidFill>
              </a:defRPr>
            </a:lvl5pPr>
          </a:lstStyle>
          <a:p>
            <a:pPr lvl="0" rtl="0"/>
            <a:r>
              <a:rPr lang="fr"/>
              <a:t>Cliquez pour modifier l’énoncé</a:t>
            </a:r>
          </a:p>
          <a:p>
            <a:pPr lvl="1" rtl="0"/>
            <a:r>
              <a:rPr lang="fr"/>
              <a:t>Deuxième niveau</a:t>
            </a:r>
          </a:p>
          <a:p>
            <a:pPr lvl="2" rtl="0"/>
            <a:r>
              <a:rPr lang="fr"/>
              <a:t>Troisième niveau</a:t>
            </a:r>
          </a:p>
          <a:p>
            <a:pPr lvl="3" rtl="0"/>
            <a:r>
              <a:rPr lang="fr"/>
              <a:t>Quatrième niveau</a:t>
            </a:r>
          </a:p>
          <a:p>
            <a:pPr lvl="4" rtl="0"/>
            <a:r>
              <a:rPr lang="fr"/>
              <a:t>Cinquième niveau</a:t>
            </a:r>
          </a:p>
        </p:txBody>
      </p:sp>
      <p:sp>
        <p:nvSpPr>
          <p:cNvPr id="4" name="Espace réservé du pied de page 3">
            <a:extLst>
              <a:ext uri="{FF2B5EF4-FFF2-40B4-BE49-F238E27FC236}">
                <a16:creationId xmlns:a16="http://schemas.microsoft.com/office/drawing/2014/main" id="{3D56E87B-2252-4382-E6E7-15A81BCC8029}"/>
              </a:ext>
            </a:extLst>
          </p:cNvPr>
          <p:cNvSpPr>
            <a:spLocks noGrp="1"/>
          </p:cNvSpPr>
          <p:nvPr>
            <p:ph type="ftr" sz="quarter" idx="11"/>
          </p:nvPr>
        </p:nvSpPr>
        <p:spPr/>
        <p:txBody>
          <a:bodyPr rtlCol="0"/>
          <a:lstStyle/>
          <a:p>
            <a:pPr rtl="0"/>
            <a:r>
              <a:rPr lang="fr"/>
              <a:t>Exemple de Texte de Pied de page</a:t>
            </a:r>
          </a:p>
        </p:txBody>
      </p:sp>
      <p:sp>
        <p:nvSpPr>
          <p:cNvPr id="3" name="Espace réservé de la date 2">
            <a:extLst>
              <a:ext uri="{FF2B5EF4-FFF2-40B4-BE49-F238E27FC236}">
                <a16:creationId xmlns:a16="http://schemas.microsoft.com/office/drawing/2014/main" id="{67F688C7-1128-9027-65E4-A17BBE7DDDF0}"/>
              </a:ext>
            </a:extLst>
          </p:cNvPr>
          <p:cNvSpPr>
            <a:spLocks noGrp="1"/>
          </p:cNvSpPr>
          <p:nvPr>
            <p:ph type="dt" sz="half" idx="10"/>
          </p:nvPr>
        </p:nvSpPr>
        <p:spPr/>
        <p:txBody>
          <a:bodyPr rtlCol="0"/>
          <a:lstStyle/>
          <a:p>
            <a:pPr rtl="0"/>
            <a:r>
              <a:rPr lang="en-US"/>
              <a:t>4/8/2025</a:t>
            </a:r>
          </a:p>
        </p:txBody>
      </p:sp>
      <p:sp>
        <p:nvSpPr>
          <p:cNvPr id="5" name="Espace réservé du numéro de diapositive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rtlCol="0"/>
          <a:lstStyle/>
          <a:p>
            <a:pPr rtl="0"/>
            <a:fld id="{DD84031F-D6BF-4677-B12E-7D8B88BA70F7}" type="slidenum">
              <a:rPr lang="en-US" smtClean="0"/>
              <a:t>‹n°›</a:t>
            </a:fld>
            <a:endParaRPr lang="en-US"/>
          </a:p>
        </p:txBody>
      </p:sp>
      <p:cxnSp>
        <p:nvCxnSpPr>
          <p:cNvPr id="6" name="Connecteur droit 5">
            <a:extLst>
              <a:ext uri="{FF2B5EF4-FFF2-40B4-BE49-F238E27FC236}">
                <a16:creationId xmlns:a16="http://schemas.microsoft.com/office/drawing/2014/main" id="{99661B65-925C-C474-4671-6B5CBEB80093}"/>
              </a:ext>
            </a:extLst>
          </p:cNvPr>
          <p:cNvCxnSpPr>
            <a:cxnSpLocks/>
          </p:cNvCxnSpPr>
          <p:nvPr/>
        </p:nvCxnSpPr>
        <p:spPr>
          <a:xfrm>
            <a:off x="1405629" y="1164266"/>
            <a:ext cx="9386681"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8" name="Connecteur droit 7">
            <a:extLst>
              <a:ext uri="{FF2B5EF4-FFF2-40B4-BE49-F238E27FC236}">
                <a16:creationId xmlns:a16="http://schemas.microsoft.com/office/drawing/2014/main" id="{59AEB70E-85D7-3389-E0B5-B0953E3D035D}"/>
              </a:ext>
            </a:extLst>
          </p:cNvPr>
          <p:cNvCxnSpPr>
            <a:cxnSpLocks/>
          </p:cNvCxnSpPr>
          <p:nvPr/>
        </p:nvCxnSpPr>
        <p:spPr>
          <a:xfrm>
            <a:off x="1399690" y="5693732"/>
            <a:ext cx="9386681"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80622123"/>
      </p:ext>
    </p:extLst>
  </p:cSld>
  <p:clrMapOvr>
    <a:overrideClrMapping bg1="lt1" tx1="dk1" bg2="lt2" tx2="dk2" accent1="accent1" accent2="accent2" accent3="accent3" accent4="accent4" accent5="accent5" accent6="accent6" hlink="hlink" folHlink="folHlink"/>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p:cSld name="Citation">
    <p:bg>
      <p:bgRef idx="1001">
        <a:schemeClr val="bg1"/>
      </p:bgRef>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23F0761-EA67-F7D1-62E4-095EADA262F0}"/>
              </a:ext>
            </a:extLst>
          </p:cNvPr>
          <p:cNvSpPr>
            <a:spLocks noGrp="1"/>
          </p:cNvSpPr>
          <p:nvPr>
            <p:ph type="title" hasCustomPrompt="1"/>
          </p:nvPr>
        </p:nvSpPr>
        <p:spPr>
          <a:xfrm>
            <a:off x="1359764" y="5486400"/>
            <a:ext cx="9472473" cy="939691"/>
          </a:xfrm>
        </p:spPr>
        <p:txBody>
          <a:bodyPr rtlCol="0" anchor="ctr">
            <a:normAutofit/>
          </a:bodyPr>
          <a:lstStyle>
            <a:lvl1pPr marL="137160" indent="-137160" algn="ctr">
              <a:lnSpc>
                <a:spcPct val="100000"/>
              </a:lnSpc>
              <a:defRPr sz="1800" cap="all" baseline="0">
                <a:latin typeface="+mj-lt"/>
              </a:defRPr>
            </a:lvl1pPr>
          </a:lstStyle>
          <a:p>
            <a:pPr rtl="0"/>
            <a:r>
              <a:rPr lang="fr"/>
              <a:t>Auteur de la citation</a:t>
            </a:r>
          </a:p>
        </p:txBody>
      </p:sp>
      <p:sp>
        <p:nvSpPr>
          <p:cNvPr id="7" name="Espace réservé du contenu 6">
            <a:extLst>
              <a:ext uri="{FF2B5EF4-FFF2-40B4-BE49-F238E27FC236}">
                <a16:creationId xmlns:a16="http://schemas.microsoft.com/office/drawing/2014/main" id="{E5FAB025-061F-4B04-451A-37E42755863E}"/>
              </a:ext>
            </a:extLst>
          </p:cNvPr>
          <p:cNvSpPr>
            <a:spLocks noGrp="1"/>
          </p:cNvSpPr>
          <p:nvPr>
            <p:ph sz="quarter" idx="13" hasCustomPrompt="1"/>
          </p:nvPr>
        </p:nvSpPr>
        <p:spPr>
          <a:xfrm>
            <a:off x="1359761" y="667511"/>
            <a:ext cx="9413534" cy="4010998"/>
          </a:xfrm>
        </p:spPr>
        <p:txBody>
          <a:bodyPr rtlCol="0" anchor="ctr">
            <a:normAutofit/>
          </a:bodyPr>
          <a:lstStyle>
            <a:lvl1pPr marL="0" indent="0" algn="ctr">
              <a:lnSpc>
                <a:spcPct val="100000"/>
              </a:lnSpc>
              <a:buNone/>
              <a:defRPr sz="4400" b="0" cap="none" spc="50" baseline="0">
                <a:solidFill>
                  <a:schemeClr val="accent1"/>
                </a:solidFill>
                <a:latin typeface="+mn-lt"/>
              </a:defRPr>
            </a:lvl1pPr>
            <a:lvl2pPr marL="228600" indent="0" algn="ctr">
              <a:lnSpc>
                <a:spcPct val="100000"/>
              </a:lnSpc>
              <a:buNone/>
              <a:defRPr sz="4000" b="0" cap="none" spc="50" baseline="0">
                <a:solidFill>
                  <a:schemeClr val="accent1"/>
                </a:solidFill>
                <a:latin typeface="+mn-lt"/>
              </a:defRPr>
            </a:lvl2pPr>
            <a:lvl3pPr marL="457200" indent="0" algn="ctr">
              <a:lnSpc>
                <a:spcPct val="100000"/>
              </a:lnSpc>
              <a:buNone/>
              <a:defRPr sz="3600" b="0" cap="none" spc="50" baseline="0">
                <a:solidFill>
                  <a:schemeClr val="accent1"/>
                </a:solidFill>
                <a:latin typeface="+mn-lt"/>
              </a:defRPr>
            </a:lvl3pPr>
            <a:lvl4pPr marL="685800" indent="0" algn="ctr">
              <a:lnSpc>
                <a:spcPct val="100000"/>
              </a:lnSpc>
              <a:buNone/>
              <a:defRPr sz="3200" b="0" cap="none" spc="50" baseline="0">
                <a:solidFill>
                  <a:schemeClr val="accent1"/>
                </a:solidFill>
                <a:latin typeface="+mn-lt"/>
              </a:defRPr>
            </a:lvl4pPr>
            <a:lvl5pPr marL="914400" indent="0" algn="ctr">
              <a:lnSpc>
                <a:spcPct val="100000"/>
              </a:lnSpc>
              <a:buNone/>
              <a:defRPr sz="2800" b="0" cap="none" spc="50" baseline="0">
                <a:solidFill>
                  <a:schemeClr val="accent1"/>
                </a:solidFill>
                <a:latin typeface="+mn-lt"/>
              </a:defRPr>
            </a:lvl5pPr>
          </a:lstStyle>
          <a:p>
            <a:pPr lvl="0" rtl="0"/>
            <a:r>
              <a:rPr lang="fr"/>
              <a:t>Cliquez pour modifier la citation</a:t>
            </a:r>
          </a:p>
        </p:txBody>
      </p:sp>
      <p:sp>
        <p:nvSpPr>
          <p:cNvPr id="9" name="Espace réservé du pied de page 8">
            <a:extLst>
              <a:ext uri="{FF2B5EF4-FFF2-40B4-BE49-F238E27FC236}">
                <a16:creationId xmlns:a16="http://schemas.microsoft.com/office/drawing/2014/main" id="{468922A5-1A25-C2CB-DB6C-A2CCA7E6E68B}"/>
              </a:ext>
            </a:extLst>
          </p:cNvPr>
          <p:cNvSpPr>
            <a:spLocks noGrp="1"/>
          </p:cNvSpPr>
          <p:nvPr>
            <p:ph type="ftr" sz="quarter" idx="15"/>
          </p:nvPr>
        </p:nvSpPr>
        <p:spPr/>
        <p:txBody>
          <a:bodyPr rtlCol="0"/>
          <a:lstStyle/>
          <a:p>
            <a:pPr rtl="0"/>
            <a:r>
              <a:rPr lang="fr"/>
              <a:t>Exemple de Texte de Pied de page</a:t>
            </a:r>
          </a:p>
        </p:txBody>
      </p:sp>
      <p:sp>
        <p:nvSpPr>
          <p:cNvPr id="8" name="Espace réservé de la date 7">
            <a:extLst>
              <a:ext uri="{FF2B5EF4-FFF2-40B4-BE49-F238E27FC236}">
                <a16:creationId xmlns:a16="http://schemas.microsoft.com/office/drawing/2014/main" id="{7AB04756-BB80-4C64-D871-0ADC3A7778F6}"/>
              </a:ext>
            </a:extLst>
          </p:cNvPr>
          <p:cNvSpPr>
            <a:spLocks noGrp="1"/>
          </p:cNvSpPr>
          <p:nvPr>
            <p:ph type="dt" sz="half" idx="14"/>
          </p:nvPr>
        </p:nvSpPr>
        <p:spPr/>
        <p:txBody>
          <a:bodyPr rtlCol="0"/>
          <a:lstStyle/>
          <a:p>
            <a:pPr rtl="0"/>
            <a:r>
              <a:rPr lang="en-US"/>
              <a:t>4/8/2025</a:t>
            </a:r>
          </a:p>
        </p:txBody>
      </p:sp>
      <p:sp>
        <p:nvSpPr>
          <p:cNvPr id="10" name="Espace réservé du numéro de diapositive 9">
            <a:extLst>
              <a:ext uri="{FF2B5EF4-FFF2-40B4-BE49-F238E27FC236}">
                <a16:creationId xmlns:a16="http://schemas.microsoft.com/office/drawing/2014/main" id="{3EF70E65-4C3D-A600-1367-6FBA2FDDE55C}"/>
              </a:ext>
            </a:extLst>
          </p:cNvPr>
          <p:cNvSpPr>
            <a:spLocks noGrp="1"/>
          </p:cNvSpPr>
          <p:nvPr>
            <p:ph type="sldNum" sz="quarter" idx="16"/>
          </p:nvPr>
        </p:nvSpPr>
        <p:spPr/>
        <p:txBody>
          <a:bodyPr rtlCol="0"/>
          <a:lstStyle/>
          <a:p>
            <a:pPr rtl="0"/>
            <a:fld id="{DD84031F-D6BF-4677-B12E-7D8B88BA70F7}" type="slidenum">
              <a:rPr lang="en-US" smtClean="0"/>
              <a:t>‹n°›</a:t>
            </a:fld>
            <a:endParaRPr lang="en-US"/>
          </a:p>
        </p:txBody>
      </p:sp>
      <p:cxnSp>
        <p:nvCxnSpPr>
          <p:cNvPr id="5" name="Connecteur droit 4">
            <a:extLst>
              <a:ext uri="{FF2B5EF4-FFF2-40B4-BE49-F238E27FC236}">
                <a16:creationId xmlns:a16="http://schemas.microsoft.com/office/drawing/2014/main" id="{6C95B307-0002-4F55-5801-73F564B37804}"/>
              </a:ext>
            </a:extLst>
          </p:cNvPr>
          <p:cNvCxnSpPr>
            <a:cxnSpLocks/>
          </p:cNvCxnSpPr>
          <p:nvPr/>
        </p:nvCxnSpPr>
        <p:spPr>
          <a:xfrm>
            <a:off x="1399690" y="5178692"/>
            <a:ext cx="9386681"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43441684"/>
      </p:ext>
    </p:extLst>
  </p:cSld>
  <p:clrMapOvr>
    <a:overrideClrMapping bg1="lt1" tx1="dk1" bg2="lt2" tx2="dk2" accent1="accent1" accent2="accent2" accent3="accent3" accent4="accent4" accent5="accent5" accent6="accent6" hlink="hlink" folHlink="folHlink"/>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p:cSld name="Citation 2">
    <p:bg>
      <p:bgRef idx="1001">
        <a:schemeClr val="bg1"/>
      </p:bgRef>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23F0761-EA67-F7D1-62E4-095EADA262F0}"/>
              </a:ext>
            </a:extLst>
          </p:cNvPr>
          <p:cNvSpPr>
            <a:spLocks noGrp="1"/>
          </p:cNvSpPr>
          <p:nvPr>
            <p:ph type="title" hasCustomPrompt="1"/>
          </p:nvPr>
        </p:nvSpPr>
        <p:spPr>
          <a:xfrm>
            <a:off x="548641" y="5422793"/>
            <a:ext cx="8849802" cy="763321"/>
          </a:xfrm>
        </p:spPr>
        <p:txBody>
          <a:bodyPr rtlCol="0" anchor="t">
            <a:normAutofit/>
          </a:bodyPr>
          <a:lstStyle>
            <a:lvl1pPr marL="0" indent="0">
              <a:lnSpc>
                <a:spcPct val="100000"/>
              </a:lnSpc>
              <a:defRPr sz="2000" cap="all" baseline="0">
                <a:solidFill>
                  <a:schemeClr val="tx1"/>
                </a:solidFill>
                <a:latin typeface="+mj-lt"/>
              </a:defRPr>
            </a:lvl1pPr>
          </a:lstStyle>
          <a:p>
            <a:pPr rtl="0"/>
            <a:r>
              <a:rPr lang="fr"/>
              <a:t>Auteur de la citation</a:t>
            </a:r>
          </a:p>
        </p:txBody>
      </p:sp>
      <p:sp>
        <p:nvSpPr>
          <p:cNvPr id="7" name="Espace réservé du contenu 6">
            <a:extLst>
              <a:ext uri="{FF2B5EF4-FFF2-40B4-BE49-F238E27FC236}">
                <a16:creationId xmlns:a16="http://schemas.microsoft.com/office/drawing/2014/main" id="{E5FAB025-061F-4B04-451A-37E42755863E}"/>
              </a:ext>
            </a:extLst>
          </p:cNvPr>
          <p:cNvSpPr>
            <a:spLocks noGrp="1"/>
          </p:cNvSpPr>
          <p:nvPr>
            <p:ph sz="quarter" idx="13" hasCustomPrompt="1"/>
          </p:nvPr>
        </p:nvSpPr>
        <p:spPr>
          <a:xfrm>
            <a:off x="415047" y="364321"/>
            <a:ext cx="8983395" cy="4379976"/>
          </a:xfrm>
        </p:spPr>
        <p:txBody>
          <a:bodyPr rtlCol="0" anchor="t">
            <a:normAutofit/>
          </a:bodyPr>
          <a:lstStyle>
            <a:lvl1pPr marL="137160" indent="-137160">
              <a:lnSpc>
                <a:spcPct val="100000"/>
              </a:lnSpc>
              <a:buNone/>
              <a:defRPr sz="5400" b="0" cap="none" spc="50" baseline="0">
                <a:solidFill>
                  <a:schemeClr val="accent1"/>
                </a:solidFill>
                <a:latin typeface="+mn-lt"/>
              </a:defRPr>
            </a:lvl1pPr>
            <a:lvl2pPr marL="228600" indent="0">
              <a:buNone/>
              <a:defRPr sz="1600" b="0" cap="all" spc="50" baseline="0">
                <a:solidFill>
                  <a:schemeClr val="tx1"/>
                </a:solidFill>
                <a:latin typeface="+mj-lt"/>
              </a:defRPr>
            </a:lvl2pPr>
            <a:lvl3pPr marL="457200" indent="0">
              <a:buNone/>
              <a:defRPr sz="1400" b="0" cap="all" spc="50" baseline="0">
                <a:solidFill>
                  <a:schemeClr val="tx1"/>
                </a:solidFill>
                <a:latin typeface="+mj-lt"/>
              </a:defRPr>
            </a:lvl3pPr>
            <a:lvl4pPr marL="685800" indent="0">
              <a:buNone/>
              <a:defRPr sz="1200" b="0" cap="all" spc="50" baseline="0">
                <a:solidFill>
                  <a:schemeClr val="tx1"/>
                </a:solidFill>
                <a:latin typeface="+mj-lt"/>
              </a:defRPr>
            </a:lvl4pPr>
            <a:lvl5pPr marL="914400" indent="0">
              <a:buNone/>
              <a:defRPr sz="1100" b="0" cap="all" spc="50" baseline="0">
                <a:solidFill>
                  <a:schemeClr val="tx1"/>
                </a:solidFill>
                <a:latin typeface="+mj-lt"/>
              </a:defRPr>
            </a:lvl5pPr>
          </a:lstStyle>
          <a:p>
            <a:pPr lvl="0" rtl="0"/>
            <a:r>
              <a:rPr lang="fr"/>
              <a:t>Cliquez pour modifier la citation</a:t>
            </a:r>
          </a:p>
        </p:txBody>
      </p:sp>
      <p:sp>
        <p:nvSpPr>
          <p:cNvPr id="11" name="Espace réservé du pied de page 10">
            <a:extLst>
              <a:ext uri="{FF2B5EF4-FFF2-40B4-BE49-F238E27FC236}">
                <a16:creationId xmlns:a16="http://schemas.microsoft.com/office/drawing/2014/main" id="{BB573913-DF3D-A336-7766-2F2A4077FA24}"/>
              </a:ext>
            </a:extLst>
          </p:cNvPr>
          <p:cNvSpPr>
            <a:spLocks noGrp="1"/>
          </p:cNvSpPr>
          <p:nvPr>
            <p:ph type="ftr" sz="quarter" idx="15"/>
          </p:nvPr>
        </p:nvSpPr>
        <p:spPr/>
        <p:txBody>
          <a:bodyPr rtlCol="0"/>
          <a:lstStyle/>
          <a:p>
            <a:pPr rtl="0"/>
            <a:r>
              <a:rPr lang="fr"/>
              <a:t>Exemple de Texte de Pied de page</a:t>
            </a:r>
          </a:p>
        </p:txBody>
      </p:sp>
      <p:sp>
        <p:nvSpPr>
          <p:cNvPr id="10" name="Espace réservé de la date 9">
            <a:extLst>
              <a:ext uri="{FF2B5EF4-FFF2-40B4-BE49-F238E27FC236}">
                <a16:creationId xmlns:a16="http://schemas.microsoft.com/office/drawing/2014/main" id="{82574524-6D35-F65F-291D-C661BC2839A9}"/>
              </a:ext>
            </a:extLst>
          </p:cNvPr>
          <p:cNvSpPr>
            <a:spLocks noGrp="1"/>
          </p:cNvSpPr>
          <p:nvPr>
            <p:ph type="dt" sz="half" idx="14"/>
          </p:nvPr>
        </p:nvSpPr>
        <p:spPr/>
        <p:txBody>
          <a:bodyPr rtlCol="0"/>
          <a:lstStyle/>
          <a:p>
            <a:pPr rtl="0"/>
            <a:r>
              <a:rPr lang="en-US"/>
              <a:t>4/8/2025</a:t>
            </a:r>
          </a:p>
        </p:txBody>
      </p:sp>
      <p:sp>
        <p:nvSpPr>
          <p:cNvPr id="12" name="Espace réservé du numéro de diapositive 11">
            <a:extLst>
              <a:ext uri="{FF2B5EF4-FFF2-40B4-BE49-F238E27FC236}">
                <a16:creationId xmlns:a16="http://schemas.microsoft.com/office/drawing/2014/main" id="{551DEE08-81D7-3436-67E0-35E4159750B3}"/>
              </a:ext>
            </a:extLst>
          </p:cNvPr>
          <p:cNvSpPr>
            <a:spLocks noGrp="1"/>
          </p:cNvSpPr>
          <p:nvPr>
            <p:ph type="sldNum" sz="quarter" idx="16"/>
          </p:nvPr>
        </p:nvSpPr>
        <p:spPr/>
        <p:txBody>
          <a:bodyPr rtlCol="0"/>
          <a:lstStyle/>
          <a:p>
            <a:pPr rtl="0"/>
            <a:fld id="{DD84031F-D6BF-4677-B12E-7D8B88BA70F7}" type="slidenum">
              <a:rPr lang="en-US" smtClean="0"/>
              <a:t>‹n°›</a:t>
            </a:fld>
            <a:endParaRPr lang="en-US"/>
          </a:p>
        </p:txBody>
      </p:sp>
      <p:cxnSp>
        <p:nvCxnSpPr>
          <p:cNvPr id="6" name="Connecteur droit 5">
            <a:extLst>
              <a:ext uri="{FF2B5EF4-FFF2-40B4-BE49-F238E27FC236}">
                <a16:creationId xmlns:a16="http://schemas.microsoft.com/office/drawing/2014/main" id="{1A1234A2-3E92-F2E2-45A7-60E39396715E}"/>
              </a:ext>
            </a:extLst>
          </p:cNvPr>
          <p:cNvCxnSpPr>
            <a:cxnSpLocks/>
          </p:cNvCxnSpPr>
          <p:nvPr/>
        </p:nvCxnSpPr>
        <p:spPr>
          <a:xfrm>
            <a:off x="530352" y="5184424"/>
            <a:ext cx="11142182"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8" name="Connecteur droit 7">
            <a:extLst>
              <a:ext uri="{FF2B5EF4-FFF2-40B4-BE49-F238E27FC236}">
                <a16:creationId xmlns:a16="http://schemas.microsoft.com/office/drawing/2014/main" id="{51A2847D-BCD1-DEA8-DC65-258A4946768E}"/>
              </a:ext>
            </a:extLst>
          </p:cNvPr>
          <p:cNvCxnSpPr>
            <a:cxnSpLocks/>
          </p:cNvCxnSpPr>
          <p:nvPr/>
        </p:nvCxnSpPr>
        <p:spPr>
          <a:xfrm>
            <a:off x="530352" y="6326367"/>
            <a:ext cx="11155680"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511607673"/>
      </p:ext>
    </p:extLst>
  </p:cSld>
  <p:clrMapOvr>
    <a:overrideClrMapping bg1="lt1" tx1="dk1" bg2="lt2" tx2="dk2" accent1="accent1" accent2="accent2" accent3="accent3" accent4="accent4" accent5="accent5" accent6="accent6" hlink="hlink" folHlink="folHlink"/>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p:cSld name="Citation 3">
    <p:bg>
      <p:bgRef idx="1001">
        <a:schemeClr val="bg1"/>
      </p:bgRef>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23F0761-EA67-F7D1-62E4-095EADA262F0}"/>
              </a:ext>
            </a:extLst>
          </p:cNvPr>
          <p:cNvSpPr>
            <a:spLocks noGrp="1"/>
          </p:cNvSpPr>
          <p:nvPr>
            <p:ph type="title" hasCustomPrompt="1"/>
          </p:nvPr>
        </p:nvSpPr>
        <p:spPr>
          <a:xfrm>
            <a:off x="930302" y="5345083"/>
            <a:ext cx="10243537" cy="847899"/>
          </a:xfrm>
        </p:spPr>
        <p:txBody>
          <a:bodyPr rtlCol="0" anchor="ctr">
            <a:normAutofit/>
          </a:bodyPr>
          <a:lstStyle>
            <a:lvl1pPr marL="137160" indent="-137160" algn="ctr">
              <a:lnSpc>
                <a:spcPct val="110000"/>
              </a:lnSpc>
              <a:defRPr sz="1800" cap="none" baseline="0">
                <a:solidFill>
                  <a:schemeClr val="accent1"/>
                </a:solidFill>
                <a:latin typeface="+mn-lt"/>
              </a:defRPr>
            </a:lvl1pPr>
          </a:lstStyle>
          <a:p>
            <a:pPr rtl="0"/>
            <a:r>
              <a:rPr lang="fr"/>
              <a:t>Auteur de la citation</a:t>
            </a:r>
          </a:p>
        </p:txBody>
      </p:sp>
      <p:sp>
        <p:nvSpPr>
          <p:cNvPr id="7" name="Espace réservé du contenu 6">
            <a:extLst>
              <a:ext uri="{FF2B5EF4-FFF2-40B4-BE49-F238E27FC236}">
                <a16:creationId xmlns:a16="http://schemas.microsoft.com/office/drawing/2014/main" id="{E5FAB025-061F-4B04-451A-37E42755863E}"/>
              </a:ext>
            </a:extLst>
          </p:cNvPr>
          <p:cNvSpPr>
            <a:spLocks noGrp="1"/>
          </p:cNvSpPr>
          <p:nvPr>
            <p:ph sz="quarter" idx="13" hasCustomPrompt="1"/>
          </p:nvPr>
        </p:nvSpPr>
        <p:spPr>
          <a:xfrm>
            <a:off x="930303" y="951364"/>
            <a:ext cx="10243536" cy="3794370"/>
          </a:xfrm>
        </p:spPr>
        <p:txBody>
          <a:bodyPr rtlCol="0" anchor="ctr">
            <a:normAutofit/>
          </a:bodyPr>
          <a:lstStyle>
            <a:lvl1pPr marL="0" indent="0" algn="ctr">
              <a:buNone/>
              <a:defRPr sz="4400" b="0" cap="all" spc="50" baseline="0">
                <a:solidFill>
                  <a:schemeClr val="tx1"/>
                </a:solidFill>
                <a:latin typeface="+mj-lt"/>
              </a:defRPr>
            </a:lvl1pPr>
            <a:lvl2pPr marL="228600" indent="0">
              <a:buNone/>
              <a:defRPr sz="4400" b="0" cap="all" spc="50" baseline="0">
                <a:solidFill>
                  <a:schemeClr val="accent1"/>
                </a:solidFill>
                <a:latin typeface="+mj-lt"/>
              </a:defRPr>
            </a:lvl2pPr>
            <a:lvl3pPr marL="457200" indent="0">
              <a:buNone/>
              <a:defRPr sz="4400" b="0" cap="all" spc="50" baseline="0">
                <a:solidFill>
                  <a:schemeClr val="accent1"/>
                </a:solidFill>
                <a:latin typeface="+mj-lt"/>
              </a:defRPr>
            </a:lvl3pPr>
            <a:lvl4pPr marL="685800" indent="0">
              <a:buNone/>
              <a:defRPr sz="4400" b="0" cap="all" spc="50" baseline="0">
                <a:solidFill>
                  <a:schemeClr val="accent1"/>
                </a:solidFill>
                <a:latin typeface="+mj-lt"/>
              </a:defRPr>
            </a:lvl4pPr>
            <a:lvl5pPr marL="914400" indent="0">
              <a:buNone/>
              <a:defRPr sz="4400" b="0" cap="all" spc="50" baseline="0">
                <a:solidFill>
                  <a:schemeClr val="accent1"/>
                </a:solidFill>
                <a:latin typeface="+mj-lt"/>
              </a:defRPr>
            </a:lvl5pPr>
          </a:lstStyle>
          <a:p>
            <a:pPr lvl="0" rtl="0"/>
            <a:r>
              <a:rPr lang="fr"/>
              <a:t>Cliquez pour modifier la citation</a:t>
            </a:r>
          </a:p>
        </p:txBody>
      </p:sp>
      <p:sp>
        <p:nvSpPr>
          <p:cNvPr id="4" name="Espace réservé du pied de page 3">
            <a:extLst>
              <a:ext uri="{FF2B5EF4-FFF2-40B4-BE49-F238E27FC236}">
                <a16:creationId xmlns:a16="http://schemas.microsoft.com/office/drawing/2014/main" id="{B54C2DF4-76B6-1299-74E1-66F403C01A3C}"/>
              </a:ext>
            </a:extLst>
          </p:cNvPr>
          <p:cNvSpPr>
            <a:spLocks noGrp="1"/>
          </p:cNvSpPr>
          <p:nvPr>
            <p:ph type="ftr" sz="quarter" idx="11"/>
          </p:nvPr>
        </p:nvSpPr>
        <p:spPr/>
        <p:txBody>
          <a:bodyPr rtlCol="0"/>
          <a:lstStyle/>
          <a:p>
            <a:pPr rtl="0"/>
            <a:r>
              <a:rPr lang="fr"/>
              <a:t>Exemple de Texte de Pied de page</a:t>
            </a:r>
          </a:p>
        </p:txBody>
      </p:sp>
      <p:sp>
        <p:nvSpPr>
          <p:cNvPr id="3" name="Espace réservé de la date 2">
            <a:extLst>
              <a:ext uri="{FF2B5EF4-FFF2-40B4-BE49-F238E27FC236}">
                <a16:creationId xmlns:a16="http://schemas.microsoft.com/office/drawing/2014/main" id="{49A78CD0-57A9-DB86-E3A3-40628E6D68B7}"/>
              </a:ext>
            </a:extLst>
          </p:cNvPr>
          <p:cNvSpPr>
            <a:spLocks noGrp="1"/>
          </p:cNvSpPr>
          <p:nvPr>
            <p:ph type="dt" sz="half" idx="10"/>
          </p:nvPr>
        </p:nvSpPr>
        <p:spPr/>
        <p:txBody>
          <a:bodyPr rtlCol="0"/>
          <a:lstStyle/>
          <a:p>
            <a:pPr rtl="0"/>
            <a:r>
              <a:rPr lang="en-US"/>
              <a:t>4/8/2025</a:t>
            </a:r>
          </a:p>
        </p:txBody>
      </p:sp>
      <p:sp>
        <p:nvSpPr>
          <p:cNvPr id="5" name="Espace réservé du numéro de diapositive 4">
            <a:extLst>
              <a:ext uri="{FF2B5EF4-FFF2-40B4-BE49-F238E27FC236}">
                <a16:creationId xmlns:a16="http://schemas.microsoft.com/office/drawing/2014/main" id="{2535CA15-3DFE-125B-C658-77179EDEA2F0}"/>
              </a:ext>
            </a:extLst>
          </p:cNvPr>
          <p:cNvSpPr>
            <a:spLocks noGrp="1"/>
          </p:cNvSpPr>
          <p:nvPr>
            <p:ph type="sldNum" sz="quarter" idx="12"/>
          </p:nvPr>
        </p:nvSpPr>
        <p:spPr/>
        <p:txBody>
          <a:bodyPr rtlCol="0"/>
          <a:lstStyle/>
          <a:p>
            <a:pPr rtl="0"/>
            <a:fld id="{DD84031F-D6BF-4677-B12E-7D8B88BA70F7}" type="slidenum">
              <a:rPr lang="en-US" smtClean="0"/>
              <a:t>‹n°›</a:t>
            </a:fld>
            <a:endParaRPr lang="en-US"/>
          </a:p>
        </p:txBody>
      </p:sp>
      <p:cxnSp>
        <p:nvCxnSpPr>
          <p:cNvPr id="8" name="Connecteur droit 7">
            <a:extLst>
              <a:ext uri="{FF2B5EF4-FFF2-40B4-BE49-F238E27FC236}">
                <a16:creationId xmlns:a16="http://schemas.microsoft.com/office/drawing/2014/main" id="{56050A9D-B7C5-F464-79AD-0740B311B072}"/>
              </a:ext>
            </a:extLst>
          </p:cNvPr>
          <p:cNvCxnSpPr>
            <a:cxnSpLocks/>
          </p:cNvCxnSpPr>
          <p:nvPr/>
        </p:nvCxnSpPr>
        <p:spPr>
          <a:xfrm>
            <a:off x="524909" y="533400"/>
            <a:ext cx="11142182"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6" name="Connecteur droit 5">
            <a:extLst>
              <a:ext uri="{FF2B5EF4-FFF2-40B4-BE49-F238E27FC236}">
                <a16:creationId xmlns:a16="http://schemas.microsoft.com/office/drawing/2014/main" id="{1A1234A2-3E92-F2E2-45A7-60E39396715E}"/>
              </a:ext>
            </a:extLst>
          </p:cNvPr>
          <p:cNvCxnSpPr>
            <a:cxnSpLocks/>
          </p:cNvCxnSpPr>
          <p:nvPr/>
        </p:nvCxnSpPr>
        <p:spPr>
          <a:xfrm>
            <a:off x="516418" y="5184424"/>
            <a:ext cx="11142182"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9" name="Connecteur droit 8">
            <a:extLst>
              <a:ext uri="{FF2B5EF4-FFF2-40B4-BE49-F238E27FC236}">
                <a16:creationId xmlns:a16="http://schemas.microsoft.com/office/drawing/2014/main" id="{0F8BEE7C-4A94-0B15-16EB-46B45E9C057E}"/>
              </a:ext>
            </a:extLst>
          </p:cNvPr>
          <p:cNvCxnSpPr>
            <a:cxnSpLocks/>
          </p:cNvCxnSpPr>
          <p:nvPr/>
        </p:nvCxnSpPr>
        <p:spPr>
          <a:xfrm>
            <a:off x="507928" y="6324600"/>
            <a:ext cx="11159163"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63788849"/>
      </p:ext>
    </p:extLst>
  </p:cSld>
  <p:clrMapOvr>
    <a:overrideClrMapping bg1="lt1" tx1="dk1" bg2="lt2" tx2="dk2" accent1="accent1" accent2="accent2" accent3="accent3" accent4="accent4" accent5="accent5" accent6="accent6" hlink="hlink" folHlink="folHlink"/>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p:cSld name="Citation 4">
    <p:bg>
      <p:bgPr>
        <a:solidFill>
          <a:schemeClr val="accent1">
            <a:lumMod val="75000"/>
          </a:schemeClr>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23F0761-EA67-F7D1-62E4-095EADA262F0}"/>
              </a:ext>
            </a:extLst>
          </p:cNvPr>
          <p:cNvSpPr>
            <a:spLocks noGrp="1"/>
          </p:cNvSpPr>
          <p:nvPr>
            <p:ph type="title" hasCustomPrompt="1"/>
          </p:nvPr>
        </p:nvSpPr>
        <p:spPr>
          <a:xfrm>
            <a:off x="1359764" y="5430743"/>
            <a:ext cx="9472473" cy="704081"/>
          </a:xfrm>
        </p:spPr>
        <p:txBody>
          <a:bodyPr rtlCol="0" anchor="ctr">
            <a:normAutofit/>
          </a:bodyPr>
          <a:lstStyle>
            <a:lvl1pPr marL="137160" indent="-137160" algn="ctr">
              <a:lnSpc>
                <a:spcPct val="100000"/>
              </a:lnSpc>
              <a:defRPr sz="1800" cap="all" baseline="0">
                <a:solidFill>
                  <a:schemeClr val="tx1"/>
                </a:solidFill>
                <a:latin typeface="+mj-lt"/>
              </a:defRPr>
            </a:lvl1pPr>
          </a:lstStyle>
          <a:p>
            <a:pPr rtl="0"/>
            <a:r>
              <a:rPr lang="fr"/>
              <a:t>Auteur de la citation</a:t>
            </a:r>
          </a:p>
        </p:txBody>
      </p:sp>
      <p:sp>
        <p:nvSpPr>
          <p:cNvPr id="7" name="Espace réservé du contenu 6">
            <a:extLst>
              <a:ext uri="{FF2B5EF4-FFF2-40B4-BE49-F238E27FC236}">
                <a16:creationId xmlns:a16="http://schemas.microsoft.com/office/drawing/2014/main" id="{E5FAB025-061F-4B04-451A-37E42755863E}"/>
              </a:ext>
            </a:extLst>
          </p:cNvPr>
          <p:cNvSpPr>
            <a:spLocks noGrp="1"/>
          </p:cNvSpPr>
          <p:nvPr>
            <p:ph sz="quarter" idx="13" hasCustomPrompt="1"/>
          </p:nvPr>
        </p:nvSpPr>
        <p:spPr>
          <a:xfrm>
            <a:off x="1359761" y="1081377"/>
            <a:ext cx="9413534" cy="3597131"/>
          </a:xfrm>
        </p:spPr>
        <p:txBody>
          <a:bodyPr rtlCol="0" anchor="ctr">
            <a:normAutofit/>
          </a:bodyPr>
          <a:lstStyle>
            <a:lvl1pPr marL="0" indent="0" algn="ctr">
              <a:lnSpc>
                <a:spcPct val="100000"/>
              </a:lnSpc>
              <a:buNone/>
              <a:defRPr sz="4400" b="0" cap="none" spc="50" baseline="0">
                <a:solidFill>
                  <a:schemeClr val="tx1"/>
                </a:solidFill>
                <a:latin typeface="+mn-lt"/>
              </a:defRPr>
            </a:lvl1pPr>
            <a:lvl2pPr marL="228600" indent="0" algn="ctr">
              <a:lnSpc>
                <a:spcPct val="100000"/>
              </a:lnSpc>
              <a:buNone/>
              <a:defRPr sz="4000" b="0" cap="none" spc="50" baseline="0">
                <a:solidFill>
                  <a:schemeClr val="accent1"/>
                </a:solidFill>
                <a:latin typeface="+mn-lt"/>
              </a:defRPr>
            </a:lvl2pPr>
            <a:lvl3pPr marL="457200" indent="0" algn="ctr">
              <a:lnSpc>
                <a:spcPct val="100000"/>
              </a:lnSpc>
              <a:buNone/>
              <a:defRPr sz="3600" b="0" cap="none" spc="50" baseline="0">
                <a:solidFill>
                  <a:schemeClr val="accent1"/>
                </a:solidFill>
                <a:latin typeface="+mn-lt"/>
              </a:defRPr>
            </a:lvl3pPr>
            <a:lvl4pPr marL="685800" indent="0" algn="ctr">
              <a:lnSpc>
                <a:spcPct val="100000"/>
              </a:lnSpc>
              <a:buNone/>
              <a:defRPr sz="3200" b="0" cap="none" spc="50" baseline="0">
                <a:solidFill>
                  <a:schemeClr val="accent1"/>
                </a:solidFill>
                <a:latin typeface="+mn-lt"/>
              </a:defRPr>
            </a:lvl4pPr>
            <a:lvl5pPr marL="914400" indent="0" algn="ctr">
              <a:lnSpc>
                <a:spcPct val="100000"/>
              </a:lnSpc>
              <a:buNone/>
              <a:defRPr sz="2800" b="0" cap="none" spc="50" baseline="0">
                <a:solidFill>
                  <a:schemeClr val="accent1"/>
                </a:solidFill>
                <a:latin typeface="+mn-lt"/>
              </a:defRPr>
            </a:lvl5pPr>
          </a:lstStyle>
          <a:p>
            <a:pPr lvl="0" rtl="0"/>
            <a:r>
              <a:rPr lang="fr"/>
              <a:t>Cliquez pour modifier la citation</a:t>
            </a:r>
          </a:p>
        </p:txBody>
      </p:sp>
      <p:sp>
        <p:nvSpPr>
          <p:cNvPr id="4" name="Espace réservé du pied de page 3">
            <a:extLst>
              <a:ext uri="{FF2B5EF4-FFF2-40B4-BE49-F238E27FC236}">
                <a16:creationId xmlns:a16="http://schemas.microsoft.com/office/drawing/2014/main" id="{B54C2DF4-76B6-1299-74E1-66F403C01A3C}"/>
              </a:ext>
            </a:extLst>
          </p:cNvPr>
          <p:cNvSpPr>
            <a:spLocks noGrp="1"/>
          </p:cNvSpPr>
          <p:nvPr>
            <p:ph type="ftr" sz="quarter" idx="11"/>
          </p:nvPr>
        </p:nvSpPr>
        <p:spPr/>
        <p:txBody>
          <a:bodyPr rtlCol="0"/>
          <a:lstStyle>
            <a:lvl1pPr>
              <a:defRPr>
                <a:solidFill>
                  <a:schemeClr val="tx1"/>
                </a:solidFill>
              </a:defRPr>
            </a:lvl1pPr>
          </a:lstStyle>
          <a:p>
            <a:pPr rtl="0"/>
            <a:r>
              <a:rPr lang="fr"/>
              <a:t>Exemple de Texte de Pied de page</a:t>
            </a:r>
          </a:p>
        </p:txBody>
      </p:sp>
      <p:sp>
        <p:nvSpPr>
          <p:cNvPr id="3" name="Espace réservé de la date 2">
            <a:extLst>
              <a:ext uri="{FF2B5EF4-FFF2-40B4-BE49-F238E27FC236}">
                <a16:creationId xmlns:a16="http://schemas.microsoft.com/office/drawing/2014/main" id="{49A78CD0-57A9-DB86-E3A3-40628E6D68B7}"/>
              </a:ext>
            </a:extLst>
          </p:cNvPr>
          <p:cNvSpPr>
            <a:spLocks noGrp="1"/>
          </p:cNvSpPr>
          <p:nvPr>
            <p:ph type="dt" sz="half" idx="10"/>
          </p:nvPr>
        </p:nvSpPr>
        <p:spPr/>
        <p:txBody>
          <a:bodyPr rtlCol="0"/>
          <a:lstStyle>
            <a:lvl1pPr>
              <a:defRPr>
                <a:solidFill>
                  <a:schemeClr val="tx1"/>
                </a:solidFill>
              </a:defRPr>
            </a:lvl1pPr>
          </a:lstStyle>
          <a:p>
            <a:pPr rtl="0"/>
            <a:r>
              <a:rPr lang="en-US"/>
              <a:t>4/8/2025</a:t>
            </a:r>
          </a:p>
        </p:txBody>
      </p:sp>
      <p:sp>
        <p:nvSpPr>
          <p:cNvPr id="5" name="Espace réservé du numéro de diapositive 4">
            <a:extLst>
              <a:ext uri="{FF2B5EF4-FFF2-40B4-BE49-F238E27FC236}">
                <a16:creationId xmlns:a16="http://schemas.microsoft.com/office/drawing/2014/main" id="{2535CA15-3DFE-125B-C658-77179EDEA2F0}"/>
              </a:ext>
            </a:extLst>
          </p:cNvPr>
          <p:cNvSpPr>
            <a:spLocks noGrp="1"/>
          </p:cNvSpPr>
          <p:nvPr>
            <p:ph type="sldNum" sz="quarter" idx="12"/>
          </p:nvPr>
        </p:nvSpPr>
        <p:spPr/>
        <p:txBody>
          <a:bodyPr rtlCol="0"/>
          <a:lstStyle>
            <a:lvl1pPr>
              <a:defRPr>
                <a:solidFill>
                  <a:schemeClr val="tx1"/>
                </a:solidFill>
              </a:defRPr>
            </a:lvl1pPr>
          </a:lstStyle>
          <a:p>
            <a:pPr rtl="0"/>
            <a:fld id="{DD84031F-D6BF-4677-B12E-7D8B88BA70F7}" type="slidenum">
              <a:rPr lang="en-US" smtClean="0"/>
              <a:t>‹n°›</a:t>
            </a:fld>
            <a:endParaRPr lang="en-US"/>
          </a:p>
        </p:txBody>
      </p:sp>
      <p:cxnSp>
        <p:nvCxnSpPr>
          <p:cNvPr id="10" name="Connecteur droit 9">
            <a:extLst>
              <a:ext uri="{FF2B5EF4-FFF2-40B4-BE49-F238E27FC236}">
                <a16:creationId xmlns:a16="http://schemas.microsoft.com/office/drawing/2014/main" id="{3FD77A43-F5D0-235F-35F0-CBDFCF048764}"/>
              </a:ext>
            </a:extLst>
          </p:cNvPr>
          <p:cNvCxnSpPr>
            <a:cxnSpLocks/>
          </p:cNvCxnSpPr>
          <p:nvPr/>
        </p:nvCxnSpPr>
        <p:spPr>
          <a:xfrm>
            <a:off x="530352" y="530352"/>
            <a:ext cx="11159163"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9" name="Connecteur droit 8">
            <a:extLst>
              <a:ext uri="{FF2B5EF4-FFF2-40B4-BE49-F238E27FC236}">
                <a16:creationId xmlns:a16="http://schemas.microsoft.com/office/drawing/2014/main" id="{D4577989-BB5F-9AF1-A65F-3B2D0FDB6368}"/>
              </a:ext>
            </a:extLst>
          </p:cNvPr>
          <p:cNvCxnSpPr>
            <a:cxnSpLocks/>
          </p:cNvCxnSpPr>
          <p:nvPr/>
        </p:nvCxnSpPr>
        <p:spPr>
          <a:xfrm>
            <a:off x="530352" y="5180630"/>
            <a:ext cx="11159163"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1" name="Connecteur droit 10">
            <a:extLst>
              <a:ext uri="{FF2B5EF4-FFF2-40B4-BE49-F238E27FC236}">
                <a16:creationId xmlns:a16="http://schemas.microsoft.com/office/drawing/2014/main" id="{B066E7AB-929A-6900-35D9-F1C66399874C}"/>
              </a:ext>
            </a:extLst>
          </p:cNvPr>
          <p:cNvCxnSpPr>
            <a:cxnSpLocks/>
          </p:cNvCxnSpPr>
          <p:nvPr/>
        </p:nvCxnSpPr>
        <p:spPr>
          <a:xfrm>
            <a:off x="530352" y="6324600"/>
            <a:ext cx="11159163"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171770"/>
      </p:ext>
    </p:extLst>
  </p:cSld>
  <p:clrMapOvr>
    <a:overrideClrMapping bg1="dk1" tx1="lt1" bg2="dk2" tx2="lt2" accent1="accent1" accent2="accent2" accent3="accent3" accent4="accent4" accent5="accent5" accent6="accent6" hlink="hlink" folHlink="folHlink"/>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p:cSld name="Deux contenus">
    <p:bg>
      <p:bgRef idx="1001">
        <a:schemeClr val="bg1"/>
      </p:bgRef>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634958D-8125-1BDA-53C9-9E2D338832F5}"/>
              </a:ext>
            </a:extLst>
          </p:cNvPr>
          <p:cNvSpPr>
            <a:spLocks noGrp="1"/>
          </p:cNvSpPr>
          <p:nvPr>
            <p:ph type="title"/>
          </p:nvPr>
        </p:nvSpPr>
        <p:spPr>
          <a:xfrm>
            <a:off x="419100" y="365760"/>
            <a:ext cx="11239498" cy="914400"/>
          </a:xfrm>
        </p:spPr>
        <p:txBody>
          <a:bodyPr rtlCol="0" anchor="b"/>
          <a:lstStyle/>
          <a:p>
            <a:pPr rtl="0"/>
            <a:r>
              <a:rPr lang="fr"/>
              <a:t>Modifiez le style du titre</a:t>
            </a:r>
            <a:endParaRPr lang="en-US" dirty="0"/>
          </a:p>
        </p:txBody>
      </p:sp>
      <p:sp>
        <p:nvSpPr>
          <p:cNvPr id="4" name="Espace réservé du contenu 3">
            <a:extLst>
              <a:ext uri="{FF2B5EF4-FFF2-40B4-BE49-F238E27FC236}">
                <a16:creationId xmlns:a16="http://schemas.microsoft.com/office/drawing/2014/main" id="{5FB8DBCC-227D-BB0A-7CD5-02D66CF18745}"/>
              </a:ext>
            </a:extLst>
          </p:cNvPr>
          <p:cNvSpPr>
            <a:spLocks noGrp="1"/>
          </p:cNvSpPr>
          <p:nvPr>
            <p:ph sz="quarter" idx="15"/>
          </p:nvPr>
        </p:nvSpPr>
        <p:spPr>
          <a:xfrm>
            <a:off x="419100" y="1714500"/>
            <a:ext cx="5305425" cy="4389438"/>
          </a:xfrm>
        </p:spPr>
        <p:txBody>
          <a:bodyPr rtlCol="0"/>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endParaRPr lang="en-US" dirty="0"/>
          </a:p>
        </p:txBody>
      </p:sp>
      <p:sp>
        <p:nvSpPr>
          <p:cNvPr id="6" name="Espace réservé du contenu 5">
            <a:extLst>
              <a:ext uri="{FF2B5EF4-FFF2-40B4-BE49-F238E27FC236}">
                <a16:creationId xmlns:a16="http://schemas.microsoft.com/office/drawing/2014/main" id="{0DBB7E01-A7E6-1882-4E9B-8EABAF71F969}"/>
              </a:ext>
            </a:extLst>
          </p:cNvPr>
          <p:cNvSpPr>
            <a:spLocks noGrp="1"/>
          </p:cNvSpPr>
          <p:nvPr>
            <p:ph sz="quarter" idx="16"/>
          </p:nvPr>
        </p:nvSpPr>
        <p:spPr>
          <a:xfrm>
            <a:off x="6345936" y="1719072"/>
            <a:ext cx="5321808" cy="4390545"/>
          </a:xfrm>
        </p:spPr>
        <p:txBody>
          <a:bodyPr rtlCol="0"/>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endParaRPr lang="en-US" dirty="0"/>
          </a:p>
        </p:txBody>
      </p:sp>
      <p:sp>
        <p:nvSpPr>
          <p:cNvPr id="8" name="Espace réservé du pied de page 7">
            <a:extLst>
              <a:ext uri="{FF2B5EF4-FFF2-40B4-BE49-F238E27FC236}">
                <a16:creationId xmlns:a16="http://schemas.microsoft.com/office/drawing/2014/main" id="{7D294A4A-89C4-68BF-6701-5C47F940E3D6}"/>
              </a:ext>
            </a:extLst>
          </p:cNvPr>
          <p:cNvSpPr>
            <a:spLocks noGrp="1"/>
          </p:cNvSpPr>
          <p:nvPr>
            <p:ph type="ftr" sz="quarter" idx="11"/>
          </p:nvPr>
        </p:nvSpPr>
        <p:spPr/>
        <p:txBody>
          <a:bodyPr rtlCol="0"/>
          <a:lstStyle/>
          <a:p>
            <a:pPr rtl="0"/>
            <a:r>
              <a:rPr lang="fr"/>
              <a:t>Exemple de Texte de Pied de page</a:t>
            </a:r>
          </a:p>
        </p:txBody>
      </p:sp>
      <p:sp>
        <p:nvSpPr>
          <p:cNvPr id="7" name="Espace réservé de la date 6">
            <a:extLst>
              <a:ext uri="{FF2B5EF4-FFF2-40B4-BE49-F238E27FC236}">
                <a16:creationId xmlns:a16="http://schemas.microsoft.com/office/drawing/2014/main" id="{977908BC-F48B-81E4-8D93-7DB9E37161B6}"/>
              </a:ext>
            </a:extLst>
          </p:cNvPr>
          <p:cNvSpPr>
            <a:spLocks noGrp="1"/>
          </p:cNvSpPr>
          <p:nvPr>
            <p:ph type="dt" sz="half" idx="10"/>
          </p:nvPr>
        </p:nvSpPr>
        <p:spPr/>
        <p:txBody>
          <a:bodyPr rtlCol="0"/>
          <a:lstStyle/>
          <a:p>
            <a:pPr rtl="0"/>
            <a:r>
              <a:rPr lang="en-US"/>
              <a:t>4/8/2025</a:t>
            </a:r>
          </a:p>
        </p:txBody>
      </p:sp>
      <p:sp>
        <p:nvSpPr>
          <p:cNvPr id="9" name="Espace réservé du numéro de diapositive 8">
            <a:extLst>
              <a:ext uri="{FF2B5EF4-FFF2-40B4-BE49-F238E27FC236}">
                <a16:creationId xmlns:a16="http://schemas.microsoft.com/office/drawing/2014/main" id="{27F93A54-CB38-BEAF-260B-84EDDF3011D2}"/>
              </a:ext>
            </a:extLst>
          </p:cNvPr>
          <p:cNvSpPr>
            <a:spLocks noGrp="1"/>
          </p:cNvSpPr>
          <p:nvPr>
            <p:ph type="sldNum" sz="quarter" idx="12"/>
          </p:nvPr>
        </p:nvSpPr>
        <p:spPr/>
        <p:txBody>
          <a:bodyPr rtlCol="0"/>
          <a:lstStyle/>
          <a:p>
            <a:pPr rtl="0"/>
            <a:fld id="{DD84031F-D6BF-4677-B12E-7D8B88BA70F7}" type="slidenum">
              <a:rPr lang="en-US" smtClean="0"/>
              <a:t>‹n°›</a:t>
            </a:fld>
            <a:endParaRPr lang="en-US"/>
          </a:p>
        </p:txBody>
      </p:sp>
      <p:cxnSp>
        <p:nvCxnSpPr>
          <p:cNvPr id="11" name="Connecteur droit 10">
            <a:extLst>
              <a:ext uri="{FF2B5EF4-FFF2-40B4-BE49-F238E27FC236}">
                <a16:creationId xmlns:a16="http://schemas.microsoft.com/office/drawing/2014/main" id="{A90608C5-C55C-14AC-C8E9-7F0530018CE5}"/>
              </a:ext>
            </a:extLst>
          </p:cNvPr>
          <p:cNvCxnSpPr>
            <a:cxnSpLocks/>
          </p:cNvCxnSpPr>
          <p:nvPr/>
        </p:nvCxnSpPr>
        <p:spPr>
          <a:xfrm>
            <a:off x="533400" y="1357303"/>
            <a:ext cx="11159163"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90139848"/>
      </p:ext>
    </p:extLst>
  </p:cSld>
  <p:clrMapOvr>
    <a:overrideClrMapping bg1="lt1" tx1="dk1" bg2="lt2" tx2="dk2" accent1="accent1" accent2="accent2" accent3="accent3" accent4="accent4" accent5="accent5" accent6="accent6" hlink="hlink" folHlink="folHlink"/>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p:cSld name="Comparaison">
    <p:bg>
      <p:bgRef idx="1001">
        <a:schemeClr val="bg1"/>
      </p:bgRef>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634958D-8125-1BDA-53C9-9E2D338832F5}"/>
              </a:ext>
            </a:extLst>
          </p:cNvPr>
          <p:cNvSpPr>
            <a:spLocks noGrp="1"/>
          </p:cNvSpPr>
          <p:nvPr>
            <p:ph type="title"/>
          </p:nvPr>
        </p:nvSpPr>
        <p:spPr>
          <a:xfrm>
            <a:off x="402335" y="365760"/>
            <a:ext cx="11256264" cy="914400"/>
          </a:xfrm>
        </p:spPr>
        <p:txBody>
          <a:bodyPr rtlCol="0" anchor="b"/>
          <a:lstStyle/>
          <a:p>
            <a:pPr rtl="0"/>
            <a:r>
              <a:rPr lang="fr"/>
              <a:t>Modifiez le style du titre</a:t>
            </a:r>
            <a:endParaRPr lang="en-US" dirty="0"/>
          </a:p>
        </p:txBody>
      </p:sp>
      <p:sp>
        <p:nvSpPr>
          <p:cNvPr id="3" name="Espace réservé du texte 2">
            <a:extLst>
              <a:ext uri="{FF2B5EF4-FFF2-40B4-BE49-F238E27FC236}">
                <a16:creationId xmlns:a16="http://schemas.microsoft.com/office/drawing/2014/main" id="{7709FF10-A82A-AAEB-4B8C-921F3BA2028E}"/>
              </a:ext>
            </a:extLst>
          </p:cNvPr>
          <p:cNvSpPr>
            <a:spLocks noGrp="1"/>
          </p:cNvSpPr>
          <p:nvPr>
            <p:ph type="body" idx="1"/>
          </p:nvPr>
        </p:nvSpPr>
        <p:spPr>
          <a:xfrm>
            <a:off x="415048" y="1490472"/>
            <a:ext cx="5321808" cy="642902"/>
          </a:xfrm>
        </p:spPr>
        <p:txBody>
          <a:bodyPr rtlCol="0" anchor="b">
            <a:normAutofit/>
          </a:bodyPr>
          <a:lstStyle>
            <a:lvl1pPr marL="0" indent="0">
              <a:lnSpc>
                <a:spcPct val="100000"/>
              </a:lnSpc>
              <a:buNone/>
              <a:defRPr sz="2200" b="0" cap="none" baseline="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fr"/>
              <a:t>Modifiez les styles du texte</a:t>
            </a:r>
          </a:p>
        </p:txBody>
      </p:sp>
      <p:sp>
        <p:nvSpPr>
          <p:cNvPr id="6" name="Espace réservé du contenu 5">
            <a:extLst>
              <a:ext uri="{FF2B5EF4-FFF2-40B4-BE49-F238E27FC236}">
                <a16:creationId xmlns:a16="http://schemas.microsoft.com/office/drawing/2014/main" id="{8CEFD932-A581-1A49-7FAF-0FED2E2BC182}"/>
              </a:ext>
            </a:extLst>
          </p:cNvPr>
          <p:cNvSpPr>
            <a:spLocks noGrp="1"/>
          </p:cNvSpPr>
          <p:nvPr>
            <p:ph sz="quarter" idx="15"/>
          </p:nvPr>
        </p:nvSpPr>
        <p:spPr>
          <a:xfrm>
            <a:off x="419100" y="2212975"/>
            <a:ext cx="5303838" cy="3892550"/>
          </a:xfrm>
        </p:spPr>
        <p:txBody>
          <a:bodyPr rtlCol="0"/>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endParaRPr lang="en-US" dirty="0"/>
          </a:p>
        </p:txBody>
      </p:sp>
      <p:sp>
        <p:nvSpPr>
          <p:cNvPr id="5" name="Espace réservé du texte 4">
            <a:extLst>
              <a:ext uri="{FF2B5EF4-FFF2-40B4-BE49-F238E27FC236}">
                <a16:creationId xmlns:a16="http://schemas.microsoft.com/office/drawing/2014/main" id="{CA627A15-4AB2-F230-22C7-0605AFD7DF22}"/>
              </a:ext>
            </a:extLst>
          </p:cNvPr>
          <p:cNvSpPr>
            <a:spLocks noGrp="1"/>
          </p:cNvSpPr>
          <p:nvPr>
            <p:ph type="body" sz="quarter" idx="3"/>
          </p:nvPr>
        </p:nvSpPr>
        <p:spPr>
          <a:xfrm>
            <a:off x="6345936" y="1490472"/>
            <a:ext cx="5321808" cy="642902"/>
          </a:xfrm>
        </p:spPr>
        <p:txBody>
          <a:bodyPr rtlCol="0" anchor="b">
            <a:normAutofit/>
          </a:bodyPr>
          <a:lstStyle>
            <a:lvl1pPr marL="0" indent="0">
              <a:lnSpc>
                <a:spcPct val="100000"/>
              </a:lnSpc>
              <a:buNone/>
              <a:defRPr sz="2200" b="0" cap="none" baseline="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fr"/>
              <a:t>Modifiez les styles du texte</a:t>
            </a:r>
          </a:p>
        </p:txBody>
      </p:sp>
      <p:sp>
        <p:nvSpPr>
          <p:cNvPr id="12" name="Espace réservé du contenu 11">
            <a:extLst>
              <a:ext uri="{FF2B5EF4-FFF2-40B4-BE49-F238E27FC236}">
                <a16:creationId xmlns:a16="http://schemas.microsoft.com/office/drawing/2014/main" id="{554404BD-8F2F-278E-C00B-3F1B1DE8CF2C}"/>
              </a:ext>
            </a:extLst>
          </p:cNvPr>
          <p:cNvSpPr>
            <a:spLocks noGrp="1"/>
          </p:cNvSpPr>
          <p:nvPr>
            <p:ph sz="quarter" idx="16"/>
          </p:nvPr>
        </p:nvSpPr>
        <p:spPr>
          <a:xfrm>
            <a:off x="6345238" y="2212975"/>
            <a:ext cx="5321808" cy="3892550"/>
          </a:xfrm>
        </p:spPr>
        <p:txBody>
          <a:bodyPr rtlCol="0"/>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endParaRPr lang="en-US" dirty="0"/>
          </a:p>
        </p:txBody>
      </p:sp>
      <p:sp>
        <p:nvSpPr>
          <p:cNvPr id="8" name="Espace réservé du pied de page 7">
            <a:extLst>
              <a:ext uri="{FF2B5EF4-FFF2-40B4-BE49-F238E27FC236}">
                <a16:creationId xmlns:a16="http://schemas.microsoft.com/office/drawing/2014/main" id="{7D294A4A-89C4-68BF-6701-5C47F940E3D6}"/>
              </a:ext>
            </a:extLst>
          </p:cNvPr>
          <p:cNvSpPr>
            <a:spLocks noGrp="1"/>
          </p:cNvSpPr>
          <p:nvPr>
            <p:ph type="ftr" sz="quarter" idx="11"/>
          </p:nvPr>
        </p:nvSpPr>
        <p:spPr/>
        <p:txBody>
          <a:bodyPr rtlCol="0"/>
          <a:lstStyle/>
          <a:p>
            <a:pPr rtl="0"/>
            <a:r>
              <a:rPr lang="fr"/>
              <a:t>Exemple de Texte de Pied de page</a:t>
            </a:r>
          </a:p>
        </p:txBody>
      </p:sp>
      <p:sp>
        <p:nvSpPr>
          <p:cNvPr id="7" name="Espace réservé de la date 6">
            <a:extLst>
              <a:ext uri="{FF2B5EF4-FFF2-40B4-BE49-F238E27FC236}">
                <a16:creationId xmlns:a16="http://schemas.microsoft.com/office/drawing/2014/main" id="{977908BC-F48B-81E4-8D93-7DB9E37161B6}"/>
              </a:ext>
            </a:extLst>
          </p:cNvPr>
          <p:cNvSpPr>
            <a:spLocks noGrp="1"/>
          </p:cNvSpPr>
          <p:nvPr>
            <p:ph type="dt" sz="half" idx="10"/>
          </p:nvPr>
        </p:nvSpPr>
        <p:spPr/>
        <p:txBody>
          <a:bodyPr rtlCol="0"/>
          <a:lstStyle/>
          <a:p>
            <a:pPr rtl="0"/>
            <a:r>
              <a:rPr lang="en-US"/>
              <a:t>4/8/2025</a:t>
            </a:r>
          </a:p>
        </p:txBody>
      </p:sp>
      <p:sp>
        <p:nvSpPr>
          <p:cNvPr id="9" name="Espace réservé du numéro de diapositive 8">
            <a:extLst>
              <a:ext uri="{FF2B5EF4-FFF2-40B4-BE49-F238E27FC236}">
                <a16:creationId xmlns:a16="http://schemas.microsoft.com/office/drawing/2014/main" id="{27F93A54-CB38-BEAF-260B-84EDDF3011D2}"/>
              </a:ext>
            </a:extLst>
          </p:cNvPr>
          <p:cNvSpPr>
            <a:spLocks noGrp="1"/>
          </p:cNvSpPr>
          <p:nvPr>
            <p:ph type="sldNum" sz="quarter" idx="12"/>
          </p:nvPr>
        </p:nvSpPr>
        <p:spPr/>
        <p:txBody>
          <a:bodyPr rtlCol="0"/>
          <a:lstStyle/>
          <a:p>
            <a:pPr rtl="0"/>
            <a:fld id="{DD84031F-D6BF-4677-B12E-7D8B88BA70F7}" type="slidenum">
              <a:rPr lang="en-US" smtClean="0"/>
              <a:t>‹n°›</a:t>
            </a:fld>
            <a:endParaRPr lang="en-US"/>
          </a:p>
        </p:txBody>
      </p:sp>
      <p:cxnSp>
        <p:nvCxnSpPr>
          <p:cNvPr id="11" name="Connecteur droit 10">
            <a:extLst>
              <a:ext uri="{FF2B5EF4-FFF2-40B4-BE49-F238E27FC236}">
                <a16:creationId xmlns:a16="http://schemas.microsoft.com/office/drawing/2014/main" id="{A90608C5-C55C-14AC-C8E9-7F0530018CE5}"/>
              </a:ext>
            </a:extLst>
          </p:cNvPr>
          <p:cNvCxnSpPr>
            <a:cxnSpLocks/>
          </p:cNvCxnSpPr>
          <p:nvPr/>
        </p:nvCxnSpPr>
        <p:spPr>
          <a:xfrm>
            <a:off x="530352" y="1357303"/>
            <a:ext cx="11159163"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38013132"/>
      </p:ext>
    </p:extLst>
  </p:cSld>
  <p:clrMapOvr>
    <a:overrideClrMapping bg1="lt1" tx1="dk1" bg2="lt2" tx2="dk2" accent1="accent1" accent2="accent2" accent3="accent3" accent4="accent4" accent5="accent5" accent6="accent6" hlink="hlink" folHlink="folHlink"/>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Titre uniquement">
    <p:bg>
      <p:bgRef idx="1001">
        <a:schemeClr val="bg1"/>
      </p:bgRef>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D53695F-5E74-A380-8592-35FB6FC77542}"/>
              </a:ext>
            </a:extLst>
          </p:cNvPr>
          <p:cNvSpPr>
            <a:spLocks noGrp="1"/>
          </p:cNvSpPr>
          <p:nvPr>
            <p:ph type="title"/>
          </p:nvPr>
        </p:nvSpPr>
        <p:spPr/>
        <p:txBody>
          <a:bodyPr rtlCol="0"/>
          <a:lstStyle/>
          <a:p>
            <a:pPr rtl="0"/>
            <a:r>
              <a:rPr lang="fr"/>
              <a:t>Modifiez le style du titre</a:t>
            </a:r>
            <a:endParaRPr lang="en-US" dirty="0"/>
          </a:p>
        </p:txBody>
      </p:sp>
      <p:sp>
        <p:nvSpPr>
          <p:cNvPr id="4" name="Espace réservé du pied de page 3">
            <a:extLst>
              <a:ext uri="{FF2B5EF4-FFF2-40B4-BE49-F238E27FC236}">
                <a16:creationId xmlns:a16="http://schemas.microsoft.com/office/drawing/2014/main" id="{09C6149D-58D4-7497-818C-CF30244A29A1}"/>
              </a:ext>
            </a:extLst>
          </p:cNvPr>
          <p:cNvSpPr>
            <a:spLocks noGrp="1"/>
          </p:cNvSpPr>
          <p:nvPr>
            <p:ph type="ftr" sz="quarter" idx="11"/>
          </p:nvPr>
        </p:nvSpPr>
        <p:spPr/>
        <p:txBody>
          <a:bodyPr rtlCol="0"/>
          <a:lstStyle/>
          <a:p>
            <a:pPr rtl="0"/>
            <a:r>
              <a:rPr lang="fr"/>
              <a:t>Exemple de Texte de Pied de page</a:t>
            </a:r>
          </a:p>
        </p:txBody>
      </p:sp>
      <p:sp>
        <p:nvSpPr>
          <p:cNvPr id="3" name="Espace réservé de la date 2">
            <a:extLst>
              <a:ext uri="{FF2B5EF4-FFF2-40B4-BE49-F238E27FC236}">
                <a16:creationId xmlns:a16="http://schemas.microsoft.com/office/drawing/2014/main" id="{8E8D2567-C532-BD45-FA85-03DBE3B3C779}"/>
              </a:ext>
            </a:extLst>
          </p:cNvPr>
          <p:cNvSpPr>
            <a:spLocks noGrp="1"/>
          </p:cNvSpPr>
          <p:nvPr>
            <p:ph type="dt" sz="half" idx="10"/>
          </p:nvPr>
        </p:nvSpPr>
        <p:spPr/>
        <p:txBody>
          <a:bodyPr rtlCol="0"/>
          <a:lstStyle/>
          <a:p>
            <a:pPr rtl="0"/>
            <a:r>
              <a:rPr lang="en-US"/>
              <a:t>4/8/2025</a:t>
            </a:r>
          </a:p>
        </p:txBody>
      </p:sp>
      <p:sp>
        <p:nvSpPr>
          <p:cNvPr id="5" name="Espace réservé du numéro de diapositive 4">
            <a:extLst>
              <a:ext uri="{FF2B5EF4-FFF2-40B4-BE49-F238E27FC236}">
                <a16:creationId xmlns:a16="http://schemas.microsoft.com/office/drawing/2014/main" id="{ABC0E491-56EB-F527-8A63-FBEEE6196FBD}"/>
              </a:ext>
            </a:extLst>
          </p:cNvPr>
          <p:cNvSpPr>
            <a:spLocks noGrp="1"/>
          </p:cNvSpPr>
          <p:nvPr>
            <p:ph type="sldNum" sz="quarter" idx="12"/>
          </p:nvPr>
        </p:nvSpPr>
        <p:spPr/>
        <p:txBody>
          <a:bodyPr rtlCol="0"/>
          <a:lstStyle/>
          <a:p>
            <a:pPr rtl="0"/>
            <a:fld id="{DD84031F-D6BF-4677-B12E-7D8B88BA70F7}" type="slidenum">
              <a:rPr lang="en-US" smtClean="0"/>
              <a:t>‹n°›</a:t>
            </a:fld>
            <a:endParaRPr lang="en-US"/>
          </a:p>
        </p:txBody>
      </p:sp>
    </p:spTree>
    <p:extLst>
      <p:ext uri="{BB962C8B-B14F-4D97-AF65-F5344CB8AC3E}">
        <p14:creationId xmlns:p14="http://schemas.microsoft.com/office/powerpoint/2010/main" val="315494639"/>
      </p:ext>
    </p:extLst>
  </p:cSld>
  <p:clrMapOvr>
    <a:overrideClrMapping bg1="lt1" tx1="dk1" bg2="lt2" tx2="dk2" accent1="accent1" accent2="accent2" accent3="accent3" accent4="accent4" accent5="accent5" accent6="accent6" hlink="hlink" folHlink="folHlink"/>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p:cSld name="Vide">
    <p:bg>
      <p:bgRef idx="1001">
        <a:schemeClr val="bg1"/>
      </p:bgRef>
    </p:bg>
    <p:spTree>
      <p:nvGrpSpPr>
        <p:cNvPr id="1" name=""/>
        <p:cNvGrpSpPr/>
        <p:nvPr/>
      </p:nvGrpSpPr>
      <p:grpSpPr>
        <a:xfrm>
          <a:off x="0" y="0"/>
          <a:ext cx="0" cy="0"/>
          <a:chOff x="0" y="0"/>
          <a:chExt cx="0" cy="0"/>
        </a:xfrm>
      </p:grpSpPr>
      <p:sp>
        <p:nvSpPr>
          <p:cNvPr id="4" name="Espace réservé du pied de page 3">
            <a:extLst>
              <a:ext uri="{FF2B5EF4-FFF2-40B4-BE49-F238E27FC236}">
                <a16:creationId xmlns:a16="http://schemas.microsoft.com/office/drawing/2014/main" id="{6FE9D82C-4607-0C9D-F241-D35DBEFEF4B1}"/>
              </a:ext>
            </a:extLst>
          </p:cNvPr>
          <p:cNvSpPr>
            <a:spLocks noGrp="1"/>
          </p:cNvSpPr>
          <p:nvPr>
            <p:ph type="ftr" sz="quarter" idx="11"/>
          </p:nvPr>
        </p:nvSpPr>
        <p:spPr/>
        <p:txBody>
          <a:bodyPr rtlCol="0"/>
          <a:lstStyle/>
          <a:p>
            <a:pPr rtl="0"/>
            <a:r>
              <a:rPr lang="fr"/>
              <a:t>Exemple de Texte de Pied de page</a:t>
            </a:r>
          </a:p>
        </p:txBody>
      </p:sp>
      <p:sp>
        <p:nvSpPr>
          <p:cNvPr id="3" name="Espace réservé de la date 2">
            <a:extLst>
              <a:ext uri="{FF2B5EF4-FFF2-40B4-BE49-F238E27FC236}">
                <a16:creationId xmlns:a16="http://schemas.microsoft.com/office/drawing/2014/main" id="{B4DCFCC5-7F8E-F549-57BA-7303E9F17466}"/>
              </a:ext>
            </a:extLst>
          </p:cNvPr>
          <p:cNvSpPr>
            <a:spLocks noGrp="1"/>
          </p:cNvSpPr>
          <p:nvPr>
            <p:ph type="dt" sz="half" idx="10"/>
          </p:nvPr>
        </p:nvSpPr>
        <p:spPr/>
        <p:txBody>
          <a:bodyPr rtlCol="0"/>
          <a:lstStyle/>
          <a:p>
            <a:pPr rtl="0"/>
            <a:r>
              <a:rPr lang="en-US"/>
              <a:t>4/8/2025</a:t>
            </a:r>
          </a:p>
        </p:txBody>
      </p:sp>
      <p:sp>
        <p:nvSpPr>
          <p:cNvPr id="5" name="Espace réservé du numéro de diapositive 4">
            <a:extLst>
              <a:ext uri="{FF2B5EF4-FFF2-40B4-BE49-F238E27FC236}">
                <a16:creationId xmlns:a16="http://schemas.microsoft.com/office/drawing/2014/main" id="{457BEB6A-C028-DA7D-C516-2F1316F031AB}"/>
              </a:ext>
            </a:extLst>
          </p:cNvPr>
          <p:cNvSpPr>
            <a:spLocks noGrp="1"/>
          </p:cNvSpPr>
          <p:nvPr>
            <p:ph type="sldNum" sz="quarter" idx="12"/>
          </p:nvPr>
        </p:nvSpPr>
        <p:spPr/>
        <p:txBody>
          <a:bodyPr rtlCol="0"/>
          <a:lstStyle/>
          <a:p>
            <a:pPr rtl="0"/>
            <a:fld id="{DD84031F-D6BF-4677-B12E-7D8B88BA70F7}" type="slidenum">
              <a:rPr lang="en-US" smtClean="0"/>
              <a:t>‹n°›</a:t>
            </a:fld>
            <a:endParaRPr lang="en-US"/>
          </a:p>
        </p:txBody>
      </p:sp>
    </p:spTree>
    <p:extLst>
      <p:ext uri="{BB962C8B-B14F-4D97-AF65-F5344CB8AC3E}">
        <p14:creationId xmlns:p14="http://schemas.microsoft.com/office/powerpoint/2010/main" val="776097247"/>
      </p:ext>
    </p:extLst>
  </p:cSld>
  <p:clrMapOvr>
    <a:overrideClrMapping bg1="lt1" tx1="dk1" bg2="lt2" tx2="dk2" accent1="accent1" accent2="accent2" accent3="accent3" accent4="accent4" accent5="accent5" accent6="accent6" hlink="hlink" folHlink="folHlink"/>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objTx" preserve="1">
  <p:cSld name="Contenu avec légende">
    <p:bg>
      <p:bgRef idx="1001">
        <a:schemeClr val="bg1"/>
      </p:bgRef>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1F2BEA7-A772-B39C-F049-D8BA2D3F4EF5}"/>
              </a:ext>
            </a:extLst>
          </p:cNvPr>
          <p:cNvSpPr>
            <a:spLocks noGrp="1"/>
          </p:cNvSpPr>
          <p:nvPr>
            <p:ph type="title"/>
          </p:nvPr>
        </p:nvSpPr>
        <p:spPr>
          <a:xfrm>
            <a:off x="449836" y="694943"/>
            <a:ext cx="3915473" cy="1325880"/>
          </a:xfrm>
        </p:spPr>
        <p:txBody>
          <a:bodyPr rtlCol="0" anchor="t"/>
          <a:lstStyle>
            <a:lvl1pPr>
              <a:defRPr sz="3200"/>
            </a:lvl1pPr>
          </a:lstStyle>
          <a:p>
            <a:pPr rtl="0"/>
            <a:r>
              <a:rPr lang="fr"/>
              <a:t>Modifiez le style du titre</a:t>
            </a:r>
            <a:endParaRPr lang="en-US" dirty="0"/>
          </a:p>
        </p:txBody>
      </p:sp>
      <p:sp>
        <p:nvSpPr>
          <p:cNvPr id="4" name="Espace réservé du texte 3">
            <a:extLst>
              <a:ext uri="{FF2B5EF4-FFF2-40B4-BE49-F238E27FC236}">
                <a16:creationId xmlns:a16="http://schemas.microsoft.com/office/drawing/2014/main" id="{0D5693C4-36AD-07F9-763E-EE5FC9DFB1AD}"/>
              </a:ext>
            </a:extLst>
          </p:cNvPr>
          <p:cNvSpPr>
            <a:spLocks noGrp="1"/>
          </p:cNvSpPr>
          <p:nvPr>
            <p:ph type="body" sz="half" idx="2"/>
          </p:nvPr>
        </p:nvSpPr>
        <p:spPr>
          <a:xfrm>
            <a:off x="433072" y="2057400"/>
            <a:ext cx="3932237" cy="4176906"/>
          </a:xfrm>
        </p:spPr>
        <p:txBody>
          <a:bodyPr rtlCol="0"/>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fr"/>
              <a:t>Modifiez les styles du texte</a:t>
            </a:r>
          </a:p>
        </p:txBody>
      </p:sp>
      <p:sp>
        <p:nvSpPr>
          <p:cNvPr id="3" name="Espace réservé du contenu 2">
            <a:extLst>
              <a:ext uri="{FF2B5EF4-FFF2-40B4-BE49-F238E27FC236}">
                <a16:creationId xmlns:a16="http://schemas.microsoft.com/office/drawing/2014/main" id="{10FB4614-4148-D757-88D0-D93E5E1EA1A0}"/>
              </a:ext>
            </a:extLst>
          </p:cNvPr>
          <p:cNvSpPr>
            <a:spLocks noGrp="1"/>
          </p:cNvSpPr>
          <p:nvPr>
            <p:ph idx="1"/>
          </p:nvPr>
        </p:nvSpPr>
        <p:spPr>
          <a:xfrm>
            <a:off x="5183188" y="694943"/>
            <a:ext cx="6483096" cy="5539363"/>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endParaRPr lang="en-US" dirty="0"/>
          </a:p>
        </p:txBody>
      </p:sp>
      <p:sp>
        <p:nvSpPr>
          <p:cNvPr id="6" name="Espace réservé du pied de page 5">
            <a:extLst>
              <a:ext uri="{FF2B5EF4-FFF2-40B4-BE49-F238E27FC236}">
                <a16:creationId xmlns:a16="http://schemas.microsoft.com/office/drawing/2014/main" id="{71AADC46-B01E-DA2E-F24C-C48F5253DD00}"/>
              </a:ext>
            </a:extLst>
          </p:cNvPr>
          <p:cNvSpPr>
            <a:spLocks noGrp="1"/>
          </p:cNvSpPr>
          <p:nvPr>
            <p:ph type="ftr" sz="quarter" idx="11"/>
          </p:nvPr>
        </p:nvSpPr>
        <p:spPr/>
        <p:txBody>
          <a:bodyPr rtlCol="0"/>
          <a:lstStyle/>
          <a:p>
            <a:pPr rtl="0"/>
            <a:r>
              <a:rPr lang="fr"/>
              <a:t>Exemple de Texte de Pied de page</a:t>
            </a:r>
          </a:p>
        </p:txBody>
      </p:sp>
      <p:sp>
        <p:nvSpPr>
          <p:cNvPr id="5" name="Espace réservé de la date 4">
            <a:extLst>
              <a:ext uri="{FF2B5EF4-FFF2-40B4-BE49-F238E27FC236}">
                <a16:creationId xmlns:a16="http://schemas.microsoft.com/office/drawing/2014/main" id="{B71A6063-F591-A804-79FE-A80AD399139E}"/>
              </a:ext>
            </a:extLst>
          </p:cNvPr>
          <p:cNvSpPr>
            <a:spLocks noGrp="1"/>
          </p:cNvSpPr>
          <p:nvPr>
            <p:ph type="dt" sz="half" idx="10"/>
          </p:nvPr>
        </p:nvSpPr>
        <p:spPr/>
        <p:txBody>
          <a:bodyPr rtlCol="0"/>
          <a:lstStyle/>
          <a:p>
            <a:pPr rtl="0"/>
            <a:r>
              <a:rPr lang="en-US"/>
              <a:t>4/8/2025</a:t>
            </a:r>
          </a:p>
        </p:txBody>
      </p:sp>
      <p:sp>
        <p:nvSpPr>
          <p:cNvPr id="7" name="Espace réservé du numéro de diapositive 6">
            <a:extLst>
              <a:ext uri="{FF2B5EF4-FFF2-40B4-BE49-F238E27FC236}">
                <a16:creationId xmlns:a16="http://schemas.microsoft.com/office/drawing/2014/main" id="{4BEFF439-6DA2-A61B-C94C-BEDC2411D6CC}"/>
              </a:ext>
            </a:extLst>
          </p:cNvPr>
          <p:cNvSpPr>
            <a:spLocks noGrp="1"/>
          </p:cNvSpPr>
          <p:nvPr>
            <p:ph type="sldNum" sz="quarter" idx="12"/>
          </p:nvPr>
        </p:nvSpPr>
        <p:spPr/>
        <p:txBody>
          <a:bodyPr rtlCol="0"/>
          <a:lstStyle/>
          <a:p>
            <a:pPr rtl="0"/>
            <a:fld id="{DD84031F-D6BF-4677-B12E-7D8B88BA70F7}" type="slidenum">
              <a:rPr lang="en-US" smtClean="0"/>
              <a:t>‹n°›</a:t>
            </a:fld>
            <a:endParaRPr lang="en-US"/>
          </a:p>
        </p:txBody>
      </p:sp>
    </p:spTree>
    <p:extLst>
      <p:ext uri="{BB962C8B-B14F-4D97-AF65-F5344CB8AC3E}">
        <p14:creationId xmlns:p14="http://schemas.microsoft.com/office/powerpoint/2010/main" val="1275495294"/>
      </p:ext>
    </p:extLst>
  </p:cSld>
  <p:clrMapOvr>
    <a:overrideClrMapping bg1="lt1" tx1="dk1" bg2="lt2" tx2="dk2" accent1="accent1" accent2="accent2" accent3="accent3" accent4="accent4" accent5="accent5" accent6="accent6" hlink="hlink" folHlink="folHlink"/>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type="picTx" preserve="1">
  <p:cSld name="Image avec légende">
    <p:bg>
      <p:bgRef idx="1001">
        <a:schemeClr val="bg1"/>
      </p:bgRef>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E8EFA5E-0A3D-E6AD-3C21-DC40BCDEC609}"/>
              </a:ext>
            </a:extLst>
          </p:cNvPr>
          <p:cNvSpPr>
            <a:spLocks noGrp="1"/>
          </p:cNvSpPr>
          <p:nvPr>
            <p:ph type="title"/>
          </p:nvPr>
        </p:nvSpPr>
        <p:spPr>
          <a:xfrm>
            <a:off x="419101" y="694944"/>
            <a:ext cx="3526816" cy="1711825"/>
          </a:xfrm>
        </p:spPr>
        <p:txBody>
          <a:bodyPr rtlCol="0" anchor="t"/>
          <a:lstStyle>
            <a:lvl1pPr>
              <a:defRPr sz="3200"/>
            </a:lvl1pPr>
          </a:lstStyle>
          <a:p>
            <a:pPr rtl="0"/>
            <a:r>
              <a:rPr lang="fr"/>
              <a:t>Modifiez le style du titre</a:t>
            </a:r>
            <a:endParaRPr lang="en-US" dirty="0"/>
          </a:p>
        </p:txBody>
      </p:sp>
      <p:sp>
        <p:nvSpPr>
          <p:cNvPr id="4" name="Espace réservé du texte 3">
            <a:extLst>
              <a:ext uri="{FF2B5EF4-FFF2-40B4-BE49-F238E27FC236}">
                <a16:creationId xmlns:a16="http://schemas.microsoft.com/office/drawing/2014/main" id="{7CBA8418-7980-9A18-053B-82E4F16EBD61}"/>
              </a:ext>
            </a:extLst>
          </p:cNvPr>
          <p:cNvSpPr>
            <a:spLocks noGrp="1"/>
          </p:cNvSpPr>
          <p:nvPr>
            <p:ph type="body" sz="half" idx="2"/>
          </p:nvPr>
        </p:nvSpPr>
        <p:spPr>
          <a:xfrm>
            <a:off x="425389" y="2508261"/>
            <a:ext cx="3520528" cy="3727948"/>
          </a:xfrm>
        </p:spPr>
        <p:txBody>
          <a:bodyPr rtlCol="0"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fr"/>
              <a:t>Modifiez les styles du texte</a:t>
            </a:r>
          </a:p>
        </p:txBody>
      </p:sp>
      <p:sp>
        <p:nvSpPr>
          <p:cNvPr id="3" name="Espace réservé d’image 2">
            <a:extLst>
              <a:ext uri="{FF2B5EF4-FFF2-40B4-BE49-F238E27FC236}">
                <a16:creationId xmlns:a16="http://schemas.microsoft.com/office/drawing/2014/main" id="{126F9F06-BE63-8EE7-74C5-6D0E3F9B7571}"/>
              </a:ext>
            </a:extLst>
          </p:cNvPr>
          <p:cNvSpPr>
            <a:spLocks noGrp="1"/>
          </p:cNvSpPr>
          <p:nvPr>
            <p:ph type="pic" idx="1" hasCustomPrompt="1"/>
          </p:nvPr>
        </p:nvSpPr>
        <p:spPr>
          <a:xfrm>
            <a:off x="4419600" y="533400"/>
            <a:ext cx="7239000" cy="5791199"/>
          </a:xfrm>
          <a:blipFill>
            <a:blip r:embed="rId2">
              <a:alphaModFix amt="70000"/>
            </a:blip>
            <a:stretch>
              <a:fillRect/>
            </a:stretch>
          </a:blipFill>
          <a:effectLst>
            <a:outerShdw blurRad="203200" dist="12700" dir="7800000" algn="r" rotWithShape="0">
              <a:prstClr val="black">
                <a:alpha val="10000"/>
              </a:prstClr>
            </a:outerShdw>
          </a:effectLst>
        </p:spPr>
        <p:txBody>
          <a:bodyPr vert="horz" lIns="91440" tIns="45720" rIns="91440" bIns="45720" rtlCol="0">
            <a:normAutofit/>
          </a:bodyPr>
          <a:lstStyle>
            <a:lvl1pPr marL="0" indent="0">
              <a:buNone/>
              <a:defRPr lang="en-US"/>
            </a:lvl1pPr>
          </a:lstStyle>
          <a:p>
            <a:pPr lvl="0" rtl="0"/>
            <a:r>
              <a:rPr lang="fr"/>
              <a:t> </a:t>
            </a:r>
          </a:p>
        </p:txBody>
      </p:sp>
      <p:sp>
        <p:nvSpPr>
          <p:cNvPr id="6" name="Espace réservé du pied de page 5">
            <a:extLst>
              <a:ext uri="{FF2B5EF4-FFF2-40B4-BE49-F238E27FC236}">
                <a16:creationId xmlns:a16="http://schemas.microsoft.com/office/drawing/2014/main" id="{E7F485A3-3BFA-4B57-F6E5-5F41542B7BBD}"/>
              </a:ext>
            </a:extLst>
          </p:cNvPr>
          <p:cNvSpPr>
            <a:spLocks noGrp="1"/>
          </p:cNvSpPr>
          <p:nvPr>
            <p:ph type="ftr" sz="quarter" idx="11"/>
          </p:nvPr>
        </p:nvSpPr>
        <p:spPr/>
        <p:txBody>
          <a:bodyPr rtlCol="0"/>
          <a:lstStyle/>
          <a:p>
            <a:pPr rtl="0"/>
            <a:r>
              <a:rPr lang="fr"/>
              <a:t>Exemple de Texte de Pied de page</a:t>
            </a:r>
          </a:p>
        </p:txBody>
      </p:sp>
      <p:sp>
        <p:nvSpPr>
          <p:cNvPr id="5" name="Espace réservé de la date 4">
            <a:extLst>
              <a:ext uri="{FF2B5EF4-FFF2-40B4-BE49-F238E27FC236}">
                <a16:creationId xmlns:a16="http://schemas.microsoft.com/office/drawing/2014/main" id="{600AC9F0-6744-73C8-54FC-5C12BA7BF791}"/>
              </a:ext>
            </a:extLst>
          </p:cNvPr>
          <p:cNvSpPr>
            <a:spLocks noGrp="1"/>
          </p:cNvSpPr>
          <p:nvPr>
            <p:ph type="dt" sz="half" idx="10"/>
          </p:nvPr>
        </p:nvSpPr>
        <p:spPr/>
        <p:txBody>
          <a:bodyPr rtlCol="0"/>
          <a:lstStyle/>
          <a:p>
            <a:pPr rtl="0"/>
            <a:r>
              <a:rPr lang="en-US"/>
              <a:t>4/8/2025</a:t>
            </a:r>
            <a:endParaRPr lang="en-US" dirty="0"/>
          </a:p>
        </p:txBody>
      </p:sp>
      <p:sp>
        <p:nvSpPr>
          <p:cNvPr id="7" name="Espace réservé du numéro de diapositive 6">
            <a:extLst>
              <a:ext uri="{FF2B5EF4-FFF2-40B4-BE49-F238E27FC236}">
                <a16:creationId xmlns:a16="http://schemas.microsoft.com/office/drawing/2014/main" id="{31BAB9F6-C801-466A-4C39-23DCB1CD5489}"/>
              </a:ext>
            </a:extLst>
          </p:cNvPr>
          <p:cNvSpPr>
            <a:spLocks noGrp="1"/>
          </p:cNvSpPr>
          <p:nvPr>
            <p:ph type="sldNum" sz="quarter" idx="12"/>
          </p:nvPr>
        </p:nvSpPr>
        <p:spPr/>
        <p:txBody>
          <a:bodyPr rtlCol="0"/>
          <a:lstStyle/>
          <a:p>
            <a:pPr rtl="0"/>
            <a:fld id="{DD84031F-D6BF-4677-B12E-7D8B88BA70F7}" type="slidenum">
              <a:rPr lang="en-US" smtClean="0"/>
              <a:t>‹n°›</a:t>
            </a:fld>
            <a:endParaRPr lang="en-US" dirty="0"/>
          </a:p>
        </p:txBody>
      </p:sp>
      <p:cxnSp>
        <p:nvCxnSpPr>
          <p:cNvPr id="9" name="Connecteur droit 8">
            <a:extLst>
              <a:ext uri="{FF2B5EF4-FFF2-40B4-BE49-F238E27FC236}">
                <a16:creationId xmlns:a16="http://schemas.microsoft.com/office/drawing/2014/main" id="{924215D5-0C4C-2E49-3A06-C65652576A64}"/>
              </a:ext>
            </a:extLst>
          </p:cNvPr>
          <p:cNvCxnSpPr>
            <a:cxnSpLocks/>
          </p:cNvCxnSpPr>
          <p:nvPr/>
        </p:nvCxnSpPr>
        <p:spPr>
          <a:xfrm>
            <a:off x="533400" y="533400"/>
            <a:ext cx="3503763"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790757598"/>
      </p:ext>
    </p:extLst>
  </p:cSld>
  <p:clrMapOvr>
    <a:overrideClrMapping bg1="lt1" tx1="dk1" bg2="lt2" tx2="dk2" accent1="accent1" accent2="accent2" accent3="accent3" accent4="accent4" accent5="accent5" accent6="accent6" hlink="hlink" folHlink="folHlink"/>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p:cSld name="Conclusion">
    <p:bg>
      <p:bgRef idx="1001">
        <a:schemeClr val="bg1"/>
      </p:bgRef>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C7433D9-FD02-59E2-0F81-A0B7201D2DA0}"/>
              </a:ext>
            </a:extLst>
          </p:cNvPr>
          <p:cNvSpPr>
            <a:spLocks noGrp="1"/>
          </p:cNvSpPr>
          <p:nvPr>
            <p:ph type="title"/>
          </p:nvPr>
        </p:nvSpPr>
        <p:spPr>
          <a:xfrm>
            <a:off x="402336" y="541942"/>
            <a:ext cx="11256264" cy="2225185"/>
          </a:xfrm>
        </p:spPr>
        <p:txBody>
          <a:bodyPr rtlCol="0" anchor="b">
            <a:normAutofit/>
          </a:bodyPr>
          <a:lstStyle>
            <a:lvl1pPr>
              <a:defRPr sz="7200">
                <a:solidFill>
                  <a:schemeClr val="accent1"/>
                </a:solidFill>
              </a:defRPr>
            </a:lvl1pPr>
          </a:lstStyle>
          <a:p>
            <a:pPr rtl="0"/>
            <a:r>
              <a:rPr lang="fr"/>
              <a:t>Modifiez le style du titre</a:t>
            </a:r>
            <a:endParaRPr lang="en-US" dirty="0"/>
          </a:p>
        </p:txBody>
      </p:sp>
      <p:sp>
        <p:nvSpPr>
          <p:cNvPr id="8" name="Espace réservé du contenu 7">
            <a:extLst>
              <a:ext uri="{FF2B5EF4-FFF2-40B4-BE49-F238E27FC236}">
                <a16:creationId xmlns:a16="http://schemas.microsoft.com/office/drawing/2014/main" id="{C7E1FCC9-2D1D-9C6B-8C9A-E3D0A77DBEF0}"/>
              </a:ext>
            </a:extLst>
          </p:cNvPr>
          <p:cNvSpPr>
            <a:spLocks noGrp="1"/>
          </p:cNvSpPr>
          <p:nvPr>
            <p:ph sz="quarter" idx="13"/>
          </p:nvPr>
        </p:nvSpPr>
        <p:spPr>
          <a:xfrm>
            <a:off x="419099" y="3423301"/>
            <a:ext cx="11239499" cy="2901298"/>
          </a:xfrm>
        </p:spPr>
        <p:txBody>
          <a:bodyPr vert="horz" lIns="91440" tIns="45720" rIns="91440" bIns="45720" rtlCol="0">
            <a:normAutofit/>
          </a:bodyPr>
          <a:lstStyle>
            <a:lvl1pPr marL="0" indent="0">
              <a:buNone/>
              <a:defRPr lang="en-US" dirty="0"/>
            </a:lvl1pPr>
            <a:lvl2pPr marL="457200" indent="0">
              <a:buNone/>
              <a:defRPr lang="en-US" dirty="0"/>
            </a:lvl2pPr>
            <a:lvl3pPr marL="914400" indent="0">
              <a:buNone/>
              <a:defRPr lang="en-US" dirty="0"/>
            </a:lvl3pPr>
            <a:lvl4pPr marL="1371600" indent="0">
              <a:buNone/>
              <a:defRPr lang="en-US" dirty="0"/>
            </a:lvl4pPr>
            <a:lvl5pPr marL="1828800" indent="0">
              <a:buNone/>
              <a:defRPr lang="en-US" dirty="0"/>
            </a:lvl5pPr>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endParaRPr lang="en-US" dirty="0"/>
          </a:p>
        </p:txBody>
      </p:sp>
      <p:sp>
        <p:nvSpPr>
          <p:cNvPr id="5" name="Espace réservé du pied de page 4">
            <a:extLst>
              <a:ext uri="{FF2B5EF4-FFF2-40B4-BE49-F238E27FC236}">
                <a16:creationId xmlns:a16="http://schemas.microsoft.com/office/drawing/2014/main" id="{B17E6B5E-6174-FD5C-41E8-FFC44C650D7E}"/>
              </a:ext>
            </a:extLst>
          </p:cNvPr>
          <p:cNvSpPr>
            <a:spLocks noGrp="1"/>
          </p:cNvSpPr>
          <p:nvPr>
            <p:ph type="ftr" sz="quarter" idx="11"/>
          </p:nvPr>
        </p:nvSpPr>
        <p:spPr/>
        <p:txBody>
          <a:bodyPr rtlCol="0"/>
          <a:lstStyle/>
          <a:p>
            <a:pPr rtl="0"/>
            <a:r>
              <a:rPr lang="fr"/>
              <a:t>Exemple de Texte de Pied de page</a:t>
            </a:r>
          </a:p>
        </p:txBody>
      </p:sp>
      <p:sp>
        <p:nvSpPr>
          <p:cNvPr id="4" name="Espace réservé de la date 3">
            <a:extLst>
              <a:ext uri="{FF2B5EF4-FFF2-40B4-BE49-F238E27FC236}">
                <a16:creationId xmlns:a16="http://schemas.microsoft.com/office/drawing/2014/main" id="{0B9485D1-E172-8F0A-A425-3097B3ABCFB4}"/>
              </a:ext>
            </a:extLst>
          </p:cNvPr>
          <p:cNvSpPr>
            <a:spLocks noGrp="1"/>
          </p:cNvSpPr>
          <p:nvPr>
            <p:ph type="dt" sz="half" idx="10"/>
          </p:nvPr>
        </p:nvSpPr>
        <p:spPr/>
        <p:txBody>
          <a:bodyPr rtlCol="0"/>
          <a:lstStyle/>
          <a:p>
            <a:pPr rtl="0"/>
            <a:r>
              <a:rPr lang="en-US"/>
              <a:t>4/8/2025</a:t>
            </a:r>
          </a:p>
        </p:txBody>
      </p:sp>
      <p:sp>
        <p:nvSpPr>
          <p:cNvPr id="6" name="Espace réservé du numéro de diapositive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rtlCol="0"/>
          <a:lstStyle/>
          <a:p>
            <a:pPr rtl="0"/>
            <a:fld id="{DD84031F-D6BF-4677-B12E-7D8B88BA70F7}" type="slidenum">
              <a:rPr lang="en-US" smtClean="0"/>
              <a:t>‹n°›</a:t>
            </a:fld>
            <a:endParaRPr lang="en-US"/>
          </a:p>
        </p:txBody>
      </p:sp>
      <p:cxnSp>
        <p:nvCxnSpPr>
          <p:cNvPr id="3" name="Connecteur droit 2">
            <a:extLst>
              <a:ext uri="{FF2B5EF4-FFF2-40B4-BE49-F238E27FC236}">
                <a16:creationId xmlns:a16="http://schemas.microsoft.com/office/drawing/2014/main" id="{BFD55B63-1406-DAD2-DBAB-BD87EA2FB540}"/>
              </a:ext>
            </a:extLst>
          </p:cNvPr>
          <p:cNvCxnSpPr>
            <a:cxnSpLocks/>
          </p:cNvCxnSpPr>
          <p:nvPr/>
        </p:nvCxnSpPr>
        <p:spPr>
          <a:xfrm>
            <a:off x="533400" y="2978854"/>
            <a:ext cx="11159163"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06952233"/>
      </p:ext>
    </p:extLst>
  </p:cSld>
  <p:clrMapOvr>
    <a:overrideClrMapping bg1="lt1" tx1="dk1" bg2="lt2" tx2="dk2" accent1="accent1" accent2="accent2" accent3="accent3" accent4="accent4" accent5="accent5" accent6="accent6" hlink="hlink" folHlink="folHlink"/>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p:cSld name="Conclusion 2">
    <p:bg>
      <p:bgRef idx="1001">
        <a:schemeClr val="bg1"/>
      </p:bgRef>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C7433D9-FD02-59E2-0F81-A0B7201D2DA0}"/>
              </a:ext>
            </a:extLst>
          </p:cNvPr>
          <p:cNvSpPr>
            <a:spLocks noGrp="1"/>
          </p:cNvSpPr>
          <p:nvPr>
            <p:ph type="title"/>
          </p:nvPr>
        </p:nvSpPr>
        <p:spPr>
          <a:xfrm>
            <a:off x="402336" y="1836238"/>
            <a:ext cx="11256264" cy="2512732"/>
          </a:xfrm>
        </p:spPr>
        <p:txBody>
          <a:bodyPr rtlCol="0" anchor="b">
            <a:normAutofit/>
          </a:bodyPr>
          <a:lstStyle>
            <a:lvl1pPr>
              <a:defRPr sz="7200">
                <a:solidFill>
                  <a:schemeClr val="accent1"/>
                </a:solidFill>
              </a:defRPr>
            </a:lvl1pPr>
          </a:lstStyle>
          <a:p>
            <a:pPr rtl="0"/>
            <a:r>
              <a:rPr lang="fr"/>
              <a:t>Modifiez le style du titre</a:t>
            </a:r>
            <a:endParaRPr lang="en-US" dirty="0"/>
          </a:p>
        </p:txBody>
      </p:sp>
      <p:sp>
        <p:nvSpPr>
          <p:cNvPr id="8" name="Espace réservé du contenu 7">
            <a:extLst>
              <a:ext uri="{FF2B5EF4-FFF2-40B4-BE49-F238E27FC236}">
                <a16:creationId xmlns:a16="http://schemas.microsoft.com/office/drawing/2014/main" id="{C7E1FCC9-2D1D-9C6B-8C9A-E3D0A77DBEF0}"/>
              </a:ext>
            </a:extLst>
          </p:cNvPr>
          <p:cNvSpPr>
            <a:spLocks noGrp="1"/>
          </p:cNvSpPr>
          <p:nvPr>
            <p:ph sz="quarter" idx="13"/>
          </p:nvPr>
        </p:nvSpPr>
        <p:spPr>
          <a:xfrm>
            <a:off x="419099" y="4834052"/>
            <a:ext cx="11239499" cy="1405479"/>
          </a:xfrm>
        </p:spPr>
        <p:txBody>
          <a:bodyPr vert="horz" lIns="91440" tIns="45720" rIns="91440" bIns="45720" rtlCol="0" anchor="t">
            <a:noAutofit/>
          </a:bodyPr>
          <a:lstStyle>
            <a:lvl1pPr marL="0" indent="0">
              <a:buNone/>
              <a:defRPr lang="en-US" sz="2000" dirty="0"/>
            </a:lvl1pPr>
            <a:lvl2pPr marL="457200" indent="0">
              <a:buNone/>
              <a:defRPr lang="en-US" sz="1800" dirty="0"/>
            </a:lvl2pPr>
            <a:lvl3pPr marL="914400" indent="0">
              <a:buNone/>
              <a:defRPr lang="en-US" sz="1600" dirty="0"/>
            </a:lvl3pPr>
            <a:lvl4pPr marL="1371600" indent="0">
              <a:buNone/>
              <a:defRPr lang="en-US" sz="1400" dirty="0"/>
            </a:lvl4pPr>
            <a:lvl5pPr marL="1828800" indent="0">
              <a:buNone/>
              <a:defRPr lang="en-US" sz="1400" dirty="0"/>
            </a:lvl5pPr>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endParaRPr lang="en-US" dirty="0"/>
          </a:p>
        </p:txBody>
      </p:sp>
      <p:sp>
        <p:nvSpPr>
          <p:cNvPr id="5" name="Espace réservé du pied de page 4">
            <a:extLst>
              <a:ext uri="{FF2B5EF4-FFF2-40B4-BE49-F238E27FC236}">
                <a16:creationId xmlns:a16="http://schemas.microsoft.com/office/drawing/2014/main" id="{B17E6B5E-6174-FD5C-41E8-FFC44C650D7E}"/>
              </a:ext>
            </a:extLst>
          </p:cNvPr>
          <p:cNvSpPr>
            <a:spLocks noGrp="1"/>
          </p:cNvSpPr>
          <p:nvPr>
            <p:ph type="ftr" sz="quarter" idx="11"/>
          </p:nvPr>
        </p:nvSpPr>
        <p:spPr/>
        <p:txBody>
          <a:bodyPr rtlCol="0"/>
          <a:lstStyle/>
          <a:p>
            <a:pPr rtl="0"/>
            <a:r>
              <a:rPr lang="fr"/>
              <a:t>Exemple de Texte de Pied de page</a:t>
            </a:r>
          </a:p>
        </p:txBody>
      </p:sp>
      <p:sp>
        <p:nvSpPr>
          <p:cNvPr id="4" name="Espace réservé de la date 3">
            <a:extLst>
              <a:ext uri="{FF2B5EF4-FFF2-40B4-BE49-F238E27FC236}">
                <a16:creationId xmlns:a16="http://schemas.microsoft.com/office/drawing/2014/main" id="{0B9485D1-E172-8F0A-A425-3097B3ABCFB4}"/>
              </a:ext>
            </a:extLst>
          </p:cNvPr>
          <p:cNvSpPr>
            <a:spLocks noGrp="1"/>
          </p:cNvSpPr>
          <p:nvPr>
            <p:ph type="dt" sz="half" idx="10"/>
          </p:nvPr>
        </p:nvSpPr>
        <p:spPr/>
        <p:txBody>
          <a:bodyPr rtlCol="0"/>
          <a:lstStyle/>
          <a:p>
            <a:pPr rtl="0"/>
            <a:r>
              <a:rPr lang="en-US"/>
              <a:t>4/8/2025</a:t>
            </a:r>
          </a:p>
        </p:txBody>
      </p:sp>
      <p:sp>
        <p:nvSpPr>
          <p:cNvPr id="6" name="Espace réservé du numéro de diapositive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rtlCol="0"/>
          <a:lstStyle/>
          <a:p>
            <a:pPr rtl="0"/>
            <a:fld id="{DD84031F-D6BF-4677-B12E-7D8B88BA70F7}" type="slidenum">
              <a:rPr lang="en-US" smtClean="0"/>
              <a:t>‹n°›</a:t>
            </a:fld>
            <a:endParaRPr lang="en-US"/>
          </a:p>
        </p:txBody>
      </p:sp>
      <p:cxnSp>
        <p:nvCxnSpPr>
          <p:cNvPr id="9" name="Connecteur droit 8">
            <a:extLst>
              <a:ext uri="{FF2B5EF4-FFF2-40B4-BE49-F238E27FC236}">
                <a16:creationId xmlns:a16="http://schemas.microsoft.com/office/drawing/2014/main" id="{05899B98-11E6-7DB0-F79E-50A541026355}"/>
              </a:ext>
            </a:extLst>
          </p:cNvPr>
          <p:cNvCxnSpPr>
            <a:cxnSpLocks/>
          </p:cNvCxnSpPr>
          <p:nvPr/>
        </p:nvCxnSpPr>
        <p:spPr>
          <a:xfrm>
            <a:off x="533400" y="4531625"/>
            <a:ext cx="11125198"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172105194"/>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9" name="Connecteur droit 8">
            <a:extLst>
              <a:ext uri="{FF2B5EF4-FFF2-40B4-BE49-F238E27FC236}">
                <a16:creationId xmlns:a16="http://schemas.microsoft.com/office/drawing/2014/main" id="{58916C8C-4316-E510-1962-E944B3382B43}"/>
              </a:ext>
            </a:extLst>
          </p:cNvPr>
          <p:cNvCxnSpPr>
            <a:cxnSpLocks/>
          </p:cNvCxnSpPr>
          <p:nvPr/>
        </p:nvCxnSpPr>
        <p:spPr>
          <a:xfrm>
            <a:off x="530352" y="533400"/>
            <a:ext cx="11125200"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
        <p:nvSpPr>
          <p:cNvPr id="2" name="Espace réservé du titre 1">
            <a:extLst>
              <a:ext uri="{FF2B5EF4-FFF2-40B4-BE49-F238E27FC236}">
                <a16:creationId xmlns:a16="http://schemas.microsoft.com/office/drawing/2014/main" id="{66478947-1D67-18A4-7E48-5B4B2F97FBE9}"/>
              </a:ext>
            </a:extLst>
          </p:cNvPr>
          <p:cNvSpPr>
            <a:spLocks noGrp="1"/>
          </p:cNvSpPr>
          <p:nvPr>
            <p:ph type="title"/>
          </p:nvPr>
        </p:nvSpPr>
        <p:spPr>
          <a:xfrm>
            <a:off x="414983" y="691868"/>
            <a:ext cx="11243617" cy="901139"/>
          </a:xfrm>
          <a:prstGeom prst="rect">
            <a:avLst/>
          </a:prstGeom>
        </p:spPr>
        <p:txBody>
          <a:bodyPr vert="horz" lIns="91440" tIns="45720" rIns="91440" bIns="45720" rtlCol="0" anchor="t">
            <a:normAutofit/>
          </a:bodyPr>
          <a:lstStyle/>
          <a:p>
            <a:pPr rtl="0"/>
            <a:r>
              <a:rPr lang="fr"/>
              <a:t>Modifiez le style du titre</a:t>
            </a:r>
            <a:endParaRPr lang="en-US" dirty="0"/>
          </a:p>
        </p:txBody>
      </p:sp>
      <p:sp>
        <p:nvSpPr>
          <p:cNvPr id="3" name="Espace réservé du texte 2">
            <a:extLst>
              <a:ext uri="{FF2B5EF4-FFF2-40B4-BE49-F238E27FC236}">
                <a16:creationId xmlns:a16="http://schemas.microsoft.com/office/drawing/2014/main" id="{7DFE08CA-9517-ABC1-E915-31EA6D7B73C7}"/>
              </a:ext>
            </a:extLst>
          </p:cNvPr>
          <p:cNvSpPr>
            <a:spLocks noGrp="1"/>
          </p:cNvSpPr>
          <p:nvPr>
            <p:ph type="body" idx="1"/>
          </p:nvPr>
        </p:nvSpPr>
        <p:spPr>
          <a:xfrm>
            <a:off x="417640" y="1754753"/>
            <a:ext cx="11240960" cy="4411378"/>
          </a:xfrm>
          <a:prstGeom prst="rect">
            <a:avLst/>
          </a:prstGeom>
        </p:spPr>
        <p:txBody>
          <a:bodyPr vert="horz" lIns="91440" tIns="45720" rIns="91440" bIns="45720" rtlCol="0">
            <a:normAutofit/>
          </a:bodyPr>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endParaRPr lang="en-US" dirty="0"/>
          </a:p>
        </p:txBody>
      </p:sp>
      <p:sp>
        <p:nvSpPr>
          <p:cNvPr id="5" name="Espace réservé du pied de page 4">
            <a:extLst>
              <a:ext uri="{FF2B5EF4-FFF2-40B4-BE49-F238E27FC236}">
                <a16:creationId xmlns:a16="http://schemas.microsoft.com/office/drawing/2014/main" id="{00E3983D-E783-AAEC-26DB-4B3F6511C702}"/>
              </a:ext>
            </a:extLst>
          </p:cNvPr>
          <p:cNvSpPr>
            <a:spLocks noGrp="1"/>
          </p:cNvSpPr>
          <p:nvPr>
            <p:ph type="ftr" sz="quarter" idx="3"/>
          </p:nvPr>
        </p:nvSpPr>
        <p:spPr>
          <a:xfrm>
            <a:off x="434857" y="6426091"/>
            <a:ext cx="4688732" cy="365125"/>
          </a:xfrm>
          <a:prstGeom prst="rect">
            <a:avLst/>
          </a:prstGeom>
        </p:spPr>
        <p:txBody>
          <a:bodyPr vert="horz" lIns="91440" tIns="45720" rIns="91440" bIns="45720" rtlCol="0" anchor="ctr"/>
          <a:lstStyle>
            <a:lvl1pPr algn="l">
              <a:defRPr sz="900">
                <a:solidFill>
                  <a:schemeClr val="tx1">
                    <a:alpha val="60000"/>
                  </a:schemeClr>
                </a:solidFill>
              </a:defRPr>
            </a:lvl1pPr>
          </a:lstStyle>
          <a:p>
            <a:pPr rtl="0"/>
            <a:r>
              <a:rPr lang="fr"/>
              <a:t>Exemple de Texte de Pied de page</a:t>
            </a:r>
          </a:p>
        </p:txBody>
      </p:sp>
      <p:sp>
        <p:nvSpPr>
          <p:cNvPr id="4" name="Espace réservé de la date 3">
            <a:extLst>
              <a:ext uri="{FF2B5EF4-FFF2-40B4-BE49-F238E27FC236}">
                <a16:creationId xmlns:a16="http://schemas.microsoft.com/office/drawing/2014/main" id="{70454426-0A97-D20B-FD06-9648AED7773C}"/>
              </a:ext>
            </a:extLst>
          </p:cNvPr>
          <p:cNvSpPr>
            <a:spLocks noGrp="1"/>
          </p:cNvSpPr>
          <p:nvPr>
            <p:ph type="dt" sz="half" idx="2"/>
          </p:nvPr>
        </p:nvSpPr>
        <p:spPr>
          <a:xfrm>
            <a:off x="7846205" y="6426091"/>
            <a:ext cx="3327634" cy="365125"/>
          </a:xfrm>
          <a:prstGeom prst="rect">
            <a:avLst/>
          </a:prstGeom>
        </p:spPr>
        <p:txBody>
          <a:bodyPr vert="horz" lIns="91440" tIns="45720" rIns="91440" bIns="45720" rtlCol="0" anchor="ctr"/>
          <a:lstStyle>
            <a:lvl1pPr algn="r">
              <a:defRPr sz="900">
                <a:solidFill>
                  <a:schemeClr val="tx1">
                    <a:alpha val="60000"/>
                  </a:schemeClr>
                </a:solidFill>
              </a:defRPr>
            </a:lvl1pPr>
          </a:lstStyle>
          <a:p>
            <a:pPr rtl="0"/>
            <a:r>
              <a:rPr lang="en-US"/>
              <a:t>4/8/2025</a:t>
            </a:r>
          </a:p>
        </p:txBody>
      </p:sp>
      <p:sp>
        <p:nvSpPr>
          <p:cNvPr id="6" name="Espace réservé du numéro de diapositive 5">
            <a:extLst>
              <a:ext uri="{FF2B5EF4-FFF2-40B4-BE49-F238E27FC236}">
                <a16:creationId xmlns:a16="http://schemas.microsoft.com/office/drawing/2014/main" id="{7DA13386-8E2A-2962-4804-81558038BA54}"/>
              </a:ext>
            </a:extLst>
          </p:cNvPr>
          <p:cNvSpPr>
            <a:spLocks noGrp="1"/>
          </p:cNvSpPr>
          <p:nvPr>
            <p:ph type="sldNum" sz="quarter" idx="4"/>
          </p:nvPr>
        </p:nvSpPr>
        <p:spPr>
          <a:xfrm>
            <a:off x="11166187" y="6426091"/>
            <a:ext cx="603114" cy="365125"/>
          </a:xfrm>
          <a:prstGeom prst="rect">
            <a:avLst/>
          </a:prstGeom>
        </p:spPr>
        <p:txBody>
          <a:bodyPr vert="horz" lIns="91440" tIns="45720" rIns="91440" bIns="45720" rtlCol="0" anchor="ctr"/>
          <a:lstStyle>
            <a:lvl1pPr algn="r">
              <a:defRPr sz="900">
                <a:solidFill>
                  <a:schemeClr val="tx1">
                    <a:alpha val="60000"/>
                  </a:schemeClr>
                </a:solidFill>
              </a:defRPr>
            </a:lvl1pPr>
          </a:lstStyle>
          <a:p>
            <a:pPr rtl="0"/>
            <a:fld id="{DD84031F-D6BF-4677-B12E-7D8B88BA70F7}" type="slidenum">
              <a:rPr lang="en-US" smtClean="0"/>
              <a:t>‹n°›</a:t>
            </a:fld>
            <a:endParaRPr lang="en-US" dirty="0"/>
          </a:p>
        </p:txBody>
      </p:sp>
    </p:spTree>
    <p:extLst>
      <p:ext uri="{BB962C8B-B14F-4D97-AF65-F5344CB8AC3E}">
        <p14:creationId xmlns:p14="http://schemas.microsoft.com/office/powerpoint/2010/main" val="65773275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Lst>
  <p:hf sldNum="0" hdr="0" ftr="0" dt="0"/>
  <p:txStyles>
    <p:titleStyle>
      <a:lvl1pPr algn="l" defTabSz="914400" rtl="0" eaLnBrk="1" latinLnBrk="0" hangingPunct="1">
        <a:lnSpc>
          <a:spcPct val="90000"/>
        </a:lnSpc>
        <a:spcBef>
          <a:spcPct val="0"/>
        </a:spcBef>
        <a:buNone/>
        <a:defRPr sz="32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984">
          <p15:clr>
            <a:srgbClr val="F26B43"/>
          </p15:clr>
        </p15:guide>
        <p15:guide id="2" pos="4128">
          <p15:clr>
            <a:srgbClr val="F26B43"/>
          </p15:clr>
        </p15:guide>
        <p15:guide id="3" pos="3456">
          <p15:clr>
            <a:srgbClr val="F26B43"/>
          </p15:clr>
        </p15:guide>
        <p15:guide id="4" pos="2784">
          <p15:clr>
            <a:srgbClr val="F26B43"/>
          </p15:clr>
        </p15:guide>
        <p15:guide id="5" pos="336">
          <p15:clr>
            <a:srgbClr val="F26B43"/>
          </p15:clr>
        </p15:guide>
        <p15:guide id="6" pos="7344">
          <p15:clr>
            <a:srgbClr val="F26B43"/>
          </p15:clr>
        </p15:guide>
        <p15:guide id="7" orient="horz" pos="336">
          <p15:clr>
            <a:srgbClr val="F26B43"/>
          </p15:clr>
        </p15:guide>
        <p15:guide id="8" pos="264">
          <p15:clr>
            <a:srgbClr val="F26B43"/>
          </p15:clr>
        </p15:guide>
        <p15:guide id="9" pos="4800">
          <p15:clr>
            <a:srgbClr val="F26B43"/>
          </p15:clr>
        </p15:guide>
        <p15:guide id="10" pos="2112">
          <p15:clr>
            <a:srgbClr val="F26B43"/>
          </p15:clr>
        </p15:guide>
        <p15:guide id="11" pos="5472">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4.xml"/><Relationship Id="rId1" Type="http://schemas.openxmlformats.org/officeDocument/2006/relationships/slideLayout" Target="../slideLayouts/slideLayout22.xml"/></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6.xml"/><Relationship Id="rId1" Type="http://schemas.openxmlformats.org/officeDocument/2006/relationships/slideLayout" Target="../slideLayouts/slideLayout22.xml"/></Relationships>
</file>

<file path=ppt/slides/_rels/slide7.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7.xml"/><Relationship Id="rId1" Type="http://schemas.openxmlformats.org/officeDocument/2006/relationships/slideLayout" Target="../slideLayouts/slideLayout26.xml"/></Relationships>
</file>

<file path=ppt/slides/_rels/slide8.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8.xml"/><Relationship Id="rId1" Type="http://schemas.openxmlformats.org/officeDocument/2006/relationships/slideLayout" Target="../slideLayouts/slideLayout26.xml"/></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26.xml"/></Relationships>
</file>

<file path=ppt/slides/_rels/slide10.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0.xml"/><Relationship Id="rId1" Type="http://schemas.openxmlformats.org/officeDocument/2006/relationships/slideLayout" Target="../slideLayouts/slideLayout26.xml"/></Relationships>
</file>

<file path=ppt/slides/_rels/slide11.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1.xml"/><Relationship Id="rId1" Type="http://schemas.openxmlformats.org/officeDocument/2006/relationships/slideLayout" Target="../slideLayouts/slideLayout23.xml"/></Relationships>
</file>

<file path=ppt/slides/_rels/slide12.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12.xml"/><Relationship Id="rId1" Type="http://schemas.openxmlformats.org/officeDocument/2006/relationships/slideLayout" Target="../slideLayouts/slideLayout26.xml"/></Relationships>
</file>

<file path=ppt/slides/_rels/slide13.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3.xml"/><Relationship Id="rId1" Type="http://schemas.openxmlformats.org/officeDocument/2006/relationships/slideLayout" Target="../slideLayouts/slideLayout2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15.xml"/><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16.xml"/><Relationship Id="rId1" Type="http://schemas.openxmlformats.org/officeDocument/2006/relationships/slideLayout" Target="../slideLayouts/slideLayout2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971EF2-A854-6FF8-A767-EC24097880C4}"/>
              </a:ext>
            </a:extLst>
          </p:cNvPr>
          <p:cNvSpPr>
            <a:spLocks noGrp="1"/>
          </p:cNvSpPr>
          <p:nvPr>
            <p:ph type="title"/>
          </p:nvPr>
        </p:nvSpPr>
        <p:spPr>
          <a:xfrm>
            <a:off x="8043968" y="768351"/>
            <a:ext cx="3685656" cy="2843527"/>
          </a:xfrm>
        </p:spPr>
        <p:txBody>
          <a:bodyPr anchor="t">
            <a:normAutofit/>
          </a:bodyPr>
          <a:lstStyle/>
          <a:p>
            <a:r>
              <a:rPr lang="en-US" sz="4100"/>
              <a:t>Présentation sur la Méthodologie DevOps</a:t>
            </a:r>
          </a:p>
        </p:txBody>
      </p:sp>
      <p:pic>
        <p:nvPicPr>
          <p:cNvPr id="4" name="Picture 3" descr="Image conceptuelle représentant l’interface média mosaïque et le logiciel numérique. Un mur d’écrans s’écarte de la vue, scintillant avec une variété de graphismes aléatoires, d’animations et d’icônes simples.">
            <a:extLst>
              <a:ext uri="{FF2B5EF4-FFF2-40B4-BE49-F238E27FC236}">
                <a16:creationId xmlns:a16="http://schemas.microsoft.com/office/drawing/2014/main" id="{76784EF3-2B9C-4665-AD7D-C31593E157F5}"/>
              </a:ext>
            </a:extLst>
          </p:cNvPr>
          <p:cNvPicPr>
            <a:picLocks noChangeAspect="1"/>
          </p:cNvPicPr>
          <p:nvPr/>
        </p:nvPicPr>
        <p:blipFill>
          <a:blip r:embed="rId3"/>
          <a:srcRect l="9024" r="7800"/>
          <a:stretch>
            <a:fillRect/>
          </a:stretch>
        </p:blipFill>
        <p:spPr>
          <a:xfrm>
            <a:off x="20" y="10"/>
            <a:ext cx="7605661" cy="6857990"/>
          </a:xfrm>
          <a:prstGeom prst="rect">
            <a:avLst/>
          </a:prstGeom>
          <a:noFill/>
          <a:effectLst>
            <a:outerShdw blurRad="203200" dist="12700" dir="7800000" algn="r" rotWithShape="0">
              <a:prstClr val="black">
                <a:alpha val="10000"/>
              </a:prstClr>
            </a:outerShdw>
          </a:effectLst>
        </p:spPr>
      </p:pic>
      <p:sp>
        <p:nvSpPr>
          <p:cNvPr id="3" name="Subtitle 2">
            <a:extLst>
              <a:ext uri="{FF2B5EF4-FFF2-40B4-BE49-F238E27FC236}">
                <a16:creationId xmlns:a16="http://schemas.microsoft.com/office/drawing/2014/main" id="{DE015C58-8A19-208B-142E-E3BF4C9EBB95}"/>
              </a:ext>
            </a:extLst>
          </p:cNvPr>
          <p:cNvSpPr>
            <a:spLocks noGrp="1"/>
          </p:cNvSpPr>
          <p:nvPr>
            <p:ph type="body" idx="1"/>
          </p:nvPr>
        </p:nvSpPr>
        <p:spPr>
          <a:xfrm>
            <a:off x="7942085" y="4876800"/>
            <a:ext cx="3889422" cy="706524"/>
          </a:xfrm>
        </p:spPr>
        <p:txBody>
          <a:bodyPr anchor="t">
            <a:noAutofit/>
          </a:bodyPr>
          <a:lstStyle/>
          <a:p>
            <a:pPr>
              <a:lnSpc>
                <a:spcPct val="110000"/>
              </a:lnSpc>
            </a:pPr>
            <a:r>
              <a:rPr lang="en-US" sz="2800" i="1" dirty="0" err="1">
                <a:latin typeface="Harlow Solid Italic" panose="04030604020F02020D02" pitchFamily="82" charset="0"/>
              </a:rPr>
              <a:t>Approche</a:t>
            </a:r>
            <a:r>
              <a:rPr lang="en-US" sz="2800" i="1" dirty="0">
                <a:latin typeface="Harlow Solid Italic" panose="04030604020F02020D02" pitchFamily="82" charset="0"/>
              </a:rPr>
              <a:t> </a:t>
            </a:r>
            <a:r>
              <a:rPr lang="en-US" sz="2800" i="1" dirty="0" err="1">
                <a:latin typeface="Harlow Solid Italic" panose="04030604020F02020D02" pitchFamily="82" charset="0"/>
              </a:rPr>
              <a:t>intégrée</a:t>
            </a:r>
            <a:r>
              <a:rPr lang="en-US" sz="2800" i="1" dirty="0">
                <a:latin typeface="Harlow Solid Italic" panose="04030604020F02020D02" pitchFamily="82" charset="0"/>
              </a:rPr>
              <a:t> pour le </a:t>
            </a:r>
            <a:r>
              <a:rPr lang="en-US" sz="2800" i="1" dirty="0" err="1">
                <a:latin typeface="Harlow Solid Italic" panose="04030604020F02020D02" pitchFamily="82" charset="0"/>
              </a:rPr>
              <a:t>développement</a:t>
            </a:r>
            <a:r>
              <a:rPr lang="en-US" sz="2800" i="1" dirty="0">
                <a:latin typeface="Harlow Solid Italic" panose="04030604020F02020D02" pitchFamily="82" charset="0"/>
              </a:rPr>
              <a:t> </a:t>
            </a:r>
            <a:r>
              <a:rPr lang="en-US" sz="2800" i="1" dirty="0" err="1">
                <a:latin typeface="Harlow Solid Italic" panose="04030604020F02020D02" pitchFamily="82" charset="0"/>
              </a:rPr>
              <a:t>logiciel</a:t>
            </a:r>
            <a:r>
              <a:rPr lang="en-US" sz="2800" i="1" dirty="0">
                <a:latin typeface="Harlow Solid Italic" panose="04030604020F02020D02" pitchFamily="82" charset="0"/>
              </a:rPr>
              <a:t> </a:t>
            </a:r>
            <a:r>
              <a:rPr lang="en-US" sz="2800" i="1" dirty="0" err="1">
                <a:latin typeface="Harlow Solid Italic" panose="04030604020F02020D02" pitchFamily="82" charset="0"/>
              </a:rPr>
              <a:t>efficace</a:t>
            </a:r>
            <a:endParaRPr lang="en-US" sz="2800" i="1" dirty="0">
              <a:latin typeface="Harlow Solid Italic" panose="04030604020F02020D02" pitchFamily="82" charset="0"/>
            </a:endParaRPr>
          </a:p>
        </p:txBody>
      </p:sp>
    </p:spTree>
    <p:extLst>
      <p:ext uri="{BB962C8B-B14F-4D97-AF65-F5344CB8AC3E}">
        <p14:creationId xmlns:p14="http://schemas.microsoft.com/office/powerpoint/2010/main" val="3211721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50"/>
                                  </p:stCondLst>
                                  <p:iterate>
                                    <p:tmPct val="10000"/>
                                  </p:iterate>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69355B-9F82-01AC-70FB-58BFA7BF4426}"/>
              </a:ext>
            </a:extLst>
          </p:cNvPr>
          <p:cNvSpPr>
            <a:spLocks noGrp="1"/>
          </p:cNvSpPr>
          <p:nvPr>
            <p:ph type="title"/>
          </p:nvPr>
        </p:nvSpPr>
        <p:spPr>
          <a:xfrm>
            <a:off x="3352800" y="685800"/>
            <a:ext cx="5623560" cy="914400"/>
          </a:xfrm>
        </p:spPr>
        <p:txBody>
          <a:bodyPr anchor="b">
            <a:normAutofit fontScale="90000"/>
          </a:bodyPr>
          <a:lstStyle/>
          <a:p>
            <a:r>
              <a:rPr lang="en-US" dirty="0"/>
              <a:t>INTRODUCTION</a:t>
            </a:r>
          </a:p>
        </p:txBody>
      </p:sp>
      <p:sp>
        <p:nvSpPr>
          <p:cNvPr id="3" name="Ellipse 2">
            <a:extLst>
              <a:ext uri="{FF2B5EF4-FFF2-40B4-BE49-F238E27FC236}">
                <a16:creationId xmlns:a16="http://schemas.microsoft.com/office/drawing/2014/main" id="{CAD39FE0-F566-12E2-960B-C801EDD1562B}"/>
              </a:ext>
            </a:extLst>
          </p:cNvPr>
          <p:cNvSpPr/>
          <p:nvPr/>
        </p:nvSpPr>
        <p:spPr>
          <a:xfrm>
            <a:off x="2476500" y="1752600"/>
            <a:ext cx="7239000" cy="4038600"/>
          </a:xfrm>
          <a:prstGeom prst="ellipse">
            <a:avLst/>
          </a:prstGeom>
          <a:blipFill dpi="0" rotWithShape="1">
            <a:blip r:embed="rId3">
              <a:extLst>
                <a:ext uri="{28A0092B-C50C-407E-A947-70E740481C1C}">
                  <a14:useLocalDpi xmlns:a14="http://schemas.microsoft.com/office/drawing/2010/main" val="0"/>
                </a:ext>
              </a:extLst>
            </a:blip>
            <a:srcRect/>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316506570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tx1">
            <a:lumMod val="10000"/>
            <a:lumOff val="9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A597CC-EEF1-39F0-4C6F-AB716CCCB65E}"/>
              </a:ext>
            </a:extLst>
          </p:cNvPr>
          <p:cNvSpPr>
            <a:spLocks noGrp="1"/>
          </p:cNvSpPr>
          <p:nvPr>
            <p:ph type="title"/>
          </p:nvPr>
        </p:nvSpPr>
        <p:spPr>
          <a:xfrm>
            <a:off x="399679" y="332308"/>
            <a:ext cx="11253667" cy="909921"/>
          </a:xfrm>
        </p:spPr>
        <p:txBody>
          <a:bodyPr anchor="b">
            <a:normAutofit/>
          </a:bodyPr>
          <a:lstStyle/>
          <a:p>
            <a:pPr algn="ctr"/>
            <a:r>
              <a:rPr lang="en-US" dirty="0" err="1"/>
              <a:t>PrésentATION</a:t>
            </a:r>
            <a:r>
              <a:rPr lang="en-US" dirty="0"/>
              <a:t> DE </a:t>
            </a:r>
            <a:r>
              <a:rPr lang="en-US" dirty="0" err="1"/>
              <a:t>l’équipe</a:t>
            </a:r>
            <a:endParaRPr lang="en-US" dirty="0"/>
          </a:p>
        </p:txBody>
      </p:sp>
      <p:graphicFrame>
        <p:nvGraphicFramePr>
          <p:cNvPr id="4" name="Content Placeholder 3">
            <a:extLst>
              <a:ext uri="{FF2B5EF4-FFF2-40B4-BE49-F238E27FC236}">
                <a16:creationId xmlns:a16="http://schemas.microsoft.com/office/drawing/2014/main" id="{42DB5288-90C3-49E1-9053-192E2DEB5EDA}"/>
              </a:ext>
            </a:extLst>
          </p:cNvPr>
          <p:cNvGraphicFramePr>
            <a:graphicFrameLocks noGrp="1"/>
          </p:cNvGraphicFramePr>
          <p:nvPr>
            <p:ph idx="1"/>
            <p:extLst>
              <p:ext uri="{D42A27DB-BD31-4B8C-83A1-F6EECF244321}">
                <p14:modId xmlns:p14="http://schemas.microsoft.com/office/powerpoint/2010/main" val="2551362983"/>
              </p:ext>
              <p:ext uri="{E7BDC344-281C-4309-B0C6-D0EE65EED2A8}">
                <p202:designPr xmlns:p202="http://schemas.microsoft.com/office/powerpoint/2020/02/main">
                  <p202:designTagLst>
                    <p202:designTag name="ARCH:1:CLS" val="InformationBlock"/>
                    <p202:designTag name="ARCH:1:VSVAR" val="VisualTitledTextBox"/>
                  </p202:designTagLst>
                </p202:designPr>
              </p:ext>
            </p:extLst>
          </p:nvPr>
        </p:nvGraphicFramePr>
        <p:xfrm>
          <a:off x="402336" y="1488931"/>
          <a:ext cx="11253668" cy="483566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837308053"/>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tx1">
            <a:lumMod val="10000"/>
            <a:lumOff val="9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B7B373-C52D-A260-AD3F-4268611AA17F}"/>
              </a:ext>
            </a:extLst>
          </p:cNvPr>
          <p:cNvSpPr>
            <a:spLocks noGrp="1"/>
          </p:cNvSpPr>
          <p:nvPr>
            <p:ph type="title"/>
          </p:nvPr>
        </p:nvSpPr>
        <p:spPr>
          <a:xfrm>
            <a:off x="152400" y="2514600"/>
            <a:ext cx="6664559" cy="1217340"/>
          </a:xfrm>
        </p:spPr>
        <p:txBody>
          <a:bodyPr anchor="t">
            <a:normAutofit/>
          </a:bodyPr>
          <a:lstStyle/>
          <a:p>
            <a:pPr algn="ctr"/>
            <a:r>
              <a:rPr lang="en-US" dirty="0"/>
              <a:t>plan de la </a:t>
            </a:r>
            <a:r>
              <a:rPr lang="en-US" dirty="0" err="1"/>
              <a:t>présentation</a:t>
            </a:r>
            <a:endParaRPr lang="en-US" dirty="0"/>
          </a:p>
        </p:txBody>
      </p:sp>
      <p:pic>
        <p:nvPicPr>
          <p:cNvPr id="5" name="Content Placeholder 4" descr="Organigramme de dessin femelle">
            <a:extLst>
              <a:ext uri="{FF2B5EF4-FFF2-40B4-BE49-F238E27FC236}">
                <a16:creationId xmlns:a16="http://schemas.microsoft.com/office/drawing/2014/main" id="{CDDBE330-9879-42E8-AF44-DD6FA567D1A2}"/>
              </a:ext>
            </a:extLst>
          </p:cNvPr>
          <p:cNvPicPr>
            <a:picLocks noGrp="1" noChangeAspect="1"/>
          </p:cNvPicPr>
          <p:nvPr>
            <p:ph type="pic" sz="quarter" idx="13"/>
          </p:nvPr>
        </p:nvPicPr>
        <p:blipFill>
          <a:blip r:embed="rId3"/>
          <a:srcRect l="24980" r="29343" b="1"/>
          <a:stretch>
            <a:fillRect/>
          </a:stretch>
        </p:blipFill>
        <p:spPr>
          <a:xfrm>
            <a:off x="7116775" y="533400"/>
            <a:ext cx="4038600" cy="5791200"/>
          </a:xfrm>
          <a:prstGeom prst="rect">
            <a:avLst/>
          </a:prstGeom>
          <a:noFill/>
        </p:spPr>
      </p:pic>
    </p:spTree>
    <p:extLst>
      <p:ext uri="{BB962C8B-B14F-4D97-AF65-F5344CB8AC3E}">
        <p14:creationId xmlns:p14="http://schemas.microsoft.com/office/powerpoint/2010/main" val="2954781647"/>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Larme 2">
            <a:extLst>
              <a:ext uri="{FF2B5EF4-FFF2-40B4-BE49-F238E27FC236}">
                <a16:creationId xmlns:a16="http://schemas.microsoft.com/office/drawing/2014/main" id="{106774F8-C5F2-809B-3093-A5C50ABB6F07}"/>
              </a:ext>
            </a:extLst>
          </p:cNvPr>
          <p:cNvSpPr/>
          <p:nvPr/>
        </p:nvSpPr>
        <p:spPr>
          <a:xfrm>
            <a:off x="1752600" y="2057400"/>
            <a:ext cx="8610600" cy="4114800"/>
          </a:xfrm>
          <a:prstGeom prst="teardrop">
            <a:avLst/>
          </a:prstGeom>
          <a:blipFill dpi="0" rotWithShape="1">
            <a:blip r:embed="rId3">
              <a:extLst>
                <a:ext uri="{28A0092B-C50C-407E-A947-70E740481C1C}">
                  <a14:useLocalDpi xmlns:a14="http://schemas.microsoft.com/office/drawing/2010/main" val="0"/>
                </a:ext>
              </a:extLst>
            </a:blip>
            <a:srcRect/>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le 1">
            <a:extLst>
              <a:ext uri="{FF2B5EF4-FFF2-40B4-BE49-F238E27FC236}">
                <a16:creationId xmlns:a16="http://schemas.microsoft.com/office/drawing/2014/main" id="{7503CF37-DA6B-4388-880F-4863664C5C83}"/>
              </a:ext>
            </a:extLst>
          </p:cNvPr>
          <p:cNvSpPr>
            <a:spLocks noGrp="1"/>
          </p:cNvSpPr>
          <p:nvPr>
            <p:ph type="title"/>
          </p:nvPr>
        </p:nvSpPr>
        <p:spPr>
          <a:xfrm>
            <a:off x="1752600" y="609600"/>
            <a:ext cx="8961120" cy="1295401"/>
          </a:xfrm>
        </p:spPr>
        <p:txBody>
          <a:bodyPr anchor="b">
            <a:normAutofit/>
          </a:bodyPr>
          <a:lstStyle/>
          <a:p>
            <a:r>
              <a:rPr lang="en-US" dirty="0" err="1"/>
              <a:t>Méthodologie</a:t>
            </a:r>
            <a:r>
              <a:rPr lang="en-US" dirty="0"/>
              <a:t> DevOps</a:t>
            </a:r>
          </a:p>
        </p:txBody>
      </p:sp>
    </p:spTree>
    <p:extLst>
      <p:ext uri="{BB962C8B-B14F-4D97-AF65-F5344CB8AC3E}">
        <p14:creationId xmlns:p14="http://schemas.microsoft.com/office/powerpoint/2010/main" val="263702465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tx1">
            <a:lumMod val="10000"/>
            <a:lumOff val="9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9BBB30-F376-EF3E-4393-E7DE823AAAA5}"/>
              </a:ext>
            </a:extLst>
          </p:cNvPr>
          <p:cNvSpPr>
            <a:spLocks noGrp="1"/>
          </p:cNvSpPr>
          <p:nvPr>
            <p:ph type="title"/>
          </p:nvPr>
        </p:nvSpPr>
        <p:spPr>
          <a:xfrm>
            <a:off x="419559" y="691867"/>
            <a:ext cx="6664559" cy="679733"/>
          </a:xfrm>
        </p:spPr>
        <p:txBody>
          <a:bodyPr anchor="t">
            <a:normAutofit/>
          </a:bodyPr>
          <a:lstStyle/>
          <a:p>
            <a:r>
              <a:rPr lang="en-US"/>
              <a:t>Bref historique et description</a:t>
            </a:r>
          </a:p>
        </p:txBody>
      </p:sp>
      <p:sp>
        <p:nvSpPr>
          <p:cNvPr id="4" name="Content Placeholder 3">
            <a:extLst>
              <a:ext uri="{FF2B5EF4-FFF2-40B4-BE49-F238E27FC236}">
                <a16:creationId xmlns:a16="http://schemas.microsoft.com/office/drawing/2014/main" id="{8C10D384-D57F-AF8F-1625-4CF63513DD5C}"/>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22217" y="1371601"/>
            <a:ext cx="6661902" cy="4969950"/>
          </a:xfrm>
        </p:spPr>
        <p:txBody>
          <a:bodyPr>
            <a:normAutofit lnSpcReduction="10000"/>
          </a:bodyPr>
          <a:lstStyle/>
          <a:p>
            <a:pPr marL="0" indent="0">
              <a:lnSpc>
                <a:spcPct val="110000"/>
              </a:lnSpc>
              <a:spcBef>
                <a:spcPts val="2500"/>
              </a:spcBef>
              <a:buFont typeface="Arial" panose="020B0604020202020204" pitchFamily="34" charset="0"/>
              <a:buNone/>
            </a:pPr>
            <a:r>
              <a:rPr lang="en-US" sz="2400" b="1" dirty="0" err="1"/>
              <a:t>Origines</a:t>
            </a:r>
            <a:r>
              <a:rPr lang="en-US" sz="2400" b="1" dirty="0"/>
              <a:t> de DevOps</a:t>
            </a:r>
          </a:p>
          <a:p>
            <a:pPr marL="0" lvl="1" indent="0">
              <a:lnSpc>
                <a:spcPct val="110000"/>
              </a:lnSpc>
              <a:buFont typeface="Arial" panose="020B0604020202020204" pitchFamily="34" charset="0"/>
              <a:buNone/>
            </a:pPr>
            <a:r>
              <a:rPr sz="1600" dirty="0"/>
              <a:t>DevOps est né au début des </a:t>
            </a:r>
            <a:r>
              <a:rPr sz="1600" dirty="0" err="1"/>
              <a:t>années</a:t>
            </a:r>
            <a:r>
              <a:rPr sz="1600" dirty="0"/>
              <a:t> 2000 pour </a:t>
            </a:r>
            <a:r>
              <a:rPr sz="1600" dirty="0" err="1"/>
              <a:t>résoudre</a:t>
            </a:r>
            <a:r>
              <a:rPr sz="1600" dirty="0"/>
              <a:t> les </a:t>
            </a:r>
            <a:r>
              <a:rPr sz="1600" dirty="0" err="1"/>
              <a:t>limites</a:t>
            </a:r>
            <a:r>
              <a:rPr sz="1600" dirty="0"/>
              <a:t> des </a:t>
            </a:r>
            <a:r>
              <a:rPr sz="1600" dirty="0" err="1"/>
              <a:t>méthodes</a:t>
            </a:r>
            <a:r>
              <a:rPr sz="1600" dirty="0"/>
              <a:t> </a:t>
            </a:r>
            <a:r>
              <a:rPr sz="1600" dirty="0" err="1"/>
              <a:t>traditionnelles</a:t>
            </a:r>
            <a:r>
              <a:rPr sz="1600" dirty="0"/>
              <a:t> de </a:t>
            </a:r>
            <a:r>
              <a:rPr sz="1600" dirty="0" err="1"/>
              <a:t>développement</a:t>
            </a:r>
            <a:r>
              <a:rPr sz="1600" dirty="0"/>
              <a:t> et </a:t>
            </a:r>
            <a:r>
              <a:rPr sz="1600" dirty="0" err="1"/>
              <a:t>d’exploitation</a:t>
            </a:r>
            <a:r>
              <a:rPr sz="1600" dirty="0"/>
              <a:t>.</a:t>
            </a:r>
            <a:endParaRPr lang="en-US" sz="1600" dirty="0"/>
          </a:p>
          <a:p>
            <a:pPr marL="0" indent="0">
              <a:lnSpc>
                <a:spcPct val="110000"/>
              </a:lnSpc>
              <a:spcBef>
                <a:spcPts val="2500"/>
              </a:spcBef>
              <a:buFont typeface="Arial" panose="020B0604020202020204" pitchFamily="34" charset="0"/>
              <a:buNone/>
            </a:pPr>
            <a:r>
              <a:rPr lang="en-US" sz="2400" b="1" dirty="0"/>
              <a:t>Principes </a:t>
            </a:r>
            <a:r>
              <a:rPr lang="en-US" sz="2400" b="1" dirty="0" err="1"/>
              <a:t>fondamentaux</a:t>
            </a:r>
            <a:endParaRPr lang="en-US" sz="2400" b="1" dirty="0"/>
          </a:p>
          <a:p>
            <a:pPr marL="0" lvl="1" indent="0">
              <a:lnSpc>
                <a:spcPct val="110000"/>
              </a:lnSpc>
              <a:buFont typeface="Arial" panose="020B0604020202020204" pitchFamily="34" charset="0"/>
              <a:buNone/>
            </a:pPr>
            <a:r>
              <a:rPr sz="1600" dirty="0"/>
              <a:t>DevOps encourage la collaboration, </a:t>
            </a:r>
            <a:r>
              <a:rPr sz="1600" dirty="0" err="1"/>
              <a:t>l’automatisation</a:t>
            </a:r>
            <a:r>
              <a:rPr sz="1600" dirty="0"/>
              <a:t>, </a:t>
            </a:r>
            <a:r>
              <a:rPr sz="1600" dirty="0" err="1"/>
              <a:t>l’intégration</a:t>
            </a:r>
            <a:r>
              <a:rPr sz="1600" dirty="0"/>
              <a:t> continue et la livraison continue pour </a:t>
            </a:r>
            <a:r>
              <a:rPr sz="1600" dirty="0" err="1"/>
              <a:t>améliorer</a:t>
            </a:r>
            <a:r>
              <a:rPr sz="1600" dirty="0"/>
              <a:t> les livraisons.</a:t>
            </a:r>
            <a:endParaRPr lang="en-US" sz="1600" dirty="0"/>
          </a:p>
          <a:p>
            <a:pPr marL="0" indent="0">
              <a:lnSpc>
                <a:spcPct val="110000"/>
              </a:lnSpc>
              <a:spcBef>
                <a:spcPts val="2500"/>
              </a:spcBef>
              <a:buFont typeface="Arial" panose="020B0604020202020204" pitchFamily="34" charset="0"/>
              <a:buNone/>
            </a:pPr>
            <a:r>
              <a:rPr lang="en-US" sz="2400" b="1" dirty="0"/>
              <a:t>Culture DevOps</a:t>
            </a:r>
          </a:p>
          <a:p>
            <a:pPr marL="0" lvl="1" indent="0">
              <a:lnSpc>
                <a:spcPct val="110000"/>
              </a:lnSpc>
              <a:buFont typeface="Arial" panose="020B0604020202020204" pitchFamily="34" charset="0"/>
              <a:buNone/>
            </a:pPr>
            <a:r>
              <a:rPr sz="1600" dirty="0"/>
              <a:t>La culture DevOps repose sur la communication ouverte et la </a:t>
            </a:r>
            <a:r>
              <a:rPr sz="1600" dirty="0" err="1"/>
              <a:t>responsabilité</a:t>
            </a:r>
            <a:r>
              <a:rPr sz="1600" dirty="0"/>
              <a:t> </a:t>
            </a:r>
            <a:r>
              <a:rPr sz="1600" dirty="0" err="1"/>
              <a:t>partagée</a:t>
            </a:r>
            <a:r>
              <a:rPr sz="1600" dirty="0"/>
              <a:t> entre équipes de </a:t>
            </a:r>
            <a:r>
              <a:rPr sz="1600" dirty="0" err="1"/>
              <a:t>développement</a:t>
            </a:r>
            <a:r>
              <a:rPr sz="1600" dirty="0"/>
              <a:t> et </a:t>
            </a:r>
            <a:r>
              <a:rPr sz="1600" dirty="0" err="1"/>
              <a:t>opérations</a:t>
            </a:r>
            <a:r>
              <a:rPr sz="1600" dirty="0"/>
              <a:t>.</a:t>
            </a:r>
            <a:endParaRPr lang="en-US" sz="1600" dirty="0"/>
          </a:p>
          <a:p>
            <a:pPr marL="0" indent="0">
              <a:lnSpc>
                <a:spcPct val="110000"/>
              </a:lnSpc>
              <a:spcBef>
                <a:spcPts val="2500"/>
              </a:spcBef>
              <a:buFont typeface="Arial" panose="020B0604020202020204" pitchFamily="34" charset="0"/>
              <a:buNone/>
            </a:pPr>
            <a:r>
              <a:rPr lang="en-US" sz="2400" b="1" dirty="0"/>
              <a:t>Impact </a:t>
            </a:r>
            <a:r>
              <a:rPr lang="en-US" sz="2400" b="1" dirty="0" err="1"/>
              <a:t>organisationnel</a:t>
            </a:r>
            <a:endParaRPr lang="en-US" sz="2400" b="1" dirty="0"/>
          </a:p>
          <a:p>
            <a:pPr marL="0" lvl="1" indent="0">
              <a:lnSpc>
                <a:spcPct val="110000"/>
              </a:lnSpc>
              <a:buFont typeface="Arial" panose="020B0604020202020204" pitchFamily="34" charset="0"/>
              <a:buNone/>
            </a:pPr>
            <a:r>
              <a:rPr sz="1600" dirty="0"/>
              <a:t>DevOps </a:t>
            </a:r>
            <a:r>
              <a:rPr sz="1600" dirty="0" err="1"/>
              <a:t>transforme</a:t>
            </a:r>
            <a:r>
              <a:rPr sz="1600" dirty="0"/>
              <a:t> la façon </a:t>
            </a:r>
            <a:r>
              <a:rPr sz="1600" dirty="0" err="1"/>
              <a:t>dont</a:t>
            </a:r>
            <a:r>
              <a:rPr sz="1600" dirty="0"/>
              <a:t> les </a:t>
            </a:r>
            <a:r>
              <a:rPr sz="1600" dirty="0" err="1"/>
              <a:t>organisations</a:t>
            </a:r>
            <a:r>
              <a:rPr sz="1600" dirty="0"/>
              <a:t> </a:t>
            </a:r>
            <a:r>
              <a:rPr sz="1600" dirty="0" err="1"/>
              <a:t>conçoivent</a:t>
            </a:r>
            <a:r>
              <a:rPr sz="1600" dirty="0"/>
              <a:t>, </a:t>
            </a:r>
            <a:r>
              <a:rPr sz="1600" dirty="0" err="1"/>
              <a:t>déploient</a:t>
            </a:r>
            <a:r>
              <a:rPr sz="1600" dirty="0"/>
              <a:t> et </a:t>
            </a:r>
            <a:r>
              <a:rPr sz="1600" dirty="0" err="1"/>
              <a:t>maintiennent</a:t>
            </a:r>
            <a:r>
              <a:rPr sz="1600" dirty="0"/>
              <a:t> </a:t>
            </a:r>
            <a:r>
              <a:rPr sz="1600" dirty="0" err="1"/>
              <a:t>leurs</a:t>
            </a:r>
            <a:r>
              <a:rPr sz="1600" dirty="0"/>
              <a:t> </a:t>
            </a:r>
            <a:r>
              <a:rPr sz="1600" dirty="0" err="1"/>
              <a:t>systèmes</a:t>
            </a:r>
            <a:r>
              <a:rPr sz="1600" dirty="0"/>
              <a:t> </a:t>
            </a:r>
            <a:r>
              <a:rPr sz="1600" dirty="0" err="1"/>
              <a:t>informatiques</a:t>
            </a:r>
            <a:r>
              <a:rPr sz="1600" dirty="0"/>
              <a:t>.</a:t>
            </a:r>
            <a:endParaRPr lang="en-US" sz="1600" dirty="0"/>
          </a:p>
        </p:txBody>
      </p:sp>
      <p:pic>
        <p:nvPicPr>
          <p:cNvPr id="5" name="Content Placeholder 4" descr="Penser au progrès, chercher une idée. Homme d’affaires en costume noir avec des engrenages (symbole de progression) au lieu de la tête. Du petit au moyen et au grand rang. Flèche pointant de l’un à l’autre.">
            <a:extLst>
              <a:ext uri="{FF2B5EF4-FFF2-40B4-BE49-F238E27FC236}">
                <a16:creationId xmlns:a16="http://schemas.microsoft.com/office/drawing/2014/main" id="{B114A9BF-1748-4FA7-81FD-3FCDC3130A33}"/>
              </a:ext>
            </a:extLst>
          </p:cNvPr>
          <p:cNvPicPr>
            <a:picLocks noGrp="1" noChangeAspect="1"/>
          </p:cNvPicPr>
          <p:nvPr>
            <p:ph type="pic" sz="quarter" idx="13"/>
          </p:nvPr>
        </p:nvPicPr>
        <p:blipFill>
          <a:blip r:embed="rId3"/>
          <a:srcRect l="29953" r="23497" b="1"/>
          <a:stretch>
            <a:fillRect/>
          </a:stretch>
        </p:blipFill>
        <p:spPr>
          <a:xfrm>
            <a:off x="7162800" y="533400"/>
            <a:ext cx="4495800" cy="5791200"/>
          </a:xfrm>
          <a:prstGeom prst="rect">
            <a:avLst/>
          </a:prstGeom>
          <a:noFill/>
        </p:spPr>
      </p:pic>
    </p:spTree>
    <p:extLst>
      <p:ext uri="{BB962C8B-B14F-4D97-AF65-F5344CB8AC3E}">
        <p14:creationId xmlns:p14="http://schemas.microsoft.com/office/powerpoint/2010/main" val="61359003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65B2E5-327F-F656-AA39-5E81B27ACF6D}"/>
              </a:ext>
            </a:extLst>
          </p:cNvPr>
          <p:cNvSpPr>
            <a:spLocks noGrp="1"/>
          </p:cNvSpPr>
          <p:nvPr>
            <p:ph type="title"/>
          </p:nvPr>
        </p:nvSpPr>
        <p:spPr>
          <a:xfrm>
            <a:off x="4848554" y="326570"/>
            <a:ext cx="6792069" cy="1011989"/>
          </a:xfrm>
        </p:spPr>
        <p:txBody>
          <a:bodyPr anchor="b">
            <a:normAutofit/>
          </a:bodyPr>
          <a:lstStyle/>
          <a:p>
            <a:pPr algn="ctr"/>
            <a:r>
              <a:rPr lang="en-US" dirty="0" err="1"/>
              <a:t>Principales</a:t>
            </a:r>
            <a:r>
              <a:rPr lang="en-US" dirty="0"/>
              <a:t> </a:t>
            </a:r>
            <a:r>
              <a:rPr lang="en-US" dirty="0" err="1"/>
              <a:t>caractéristiques</a:t>
            </a:r>
            <a:r>
              <a:rPr lang="en-US" dirty="0"/>
              <a:t> et concepts </a:t>
            </a:r>
            <a:r>
              <a:rPr lang="en-US" dirty="0" err="1"/>
              <a:t>clés</a:t>
            </a:r>
            <a:endParaRPr lang="en-US" dirty="0"/>
          </a:p>
        </p:txBody>
      </p:sp>
      <p:pic>
        <p:nvPicPr>
          <p:cNvPr id="5" name="Content Placeholder 4" descr="Robot de génie biomédical dans un laboratoire">
            <a:extLst>
              <a:ext uri="{FF2B5EF4-FFF2-40B4-BE49-F238E27FC236}">
                <a16:creationId xmlns:a16="http://schemas.microsoft.com/office/drawing/2014/main" id="{2F32FC27-AAD4-4C1B-AB17-0C650A0FAA3F}"/>
              </a:ext>
            </a:extLst>
          </p:cNvPr>
          <p:cNvPicPr>
            <a:picLocks noGrp="1" noChangeAspect="1"/>
          </p:cNvPicPr>
          <p:nvPr>
            <p:ph type="pic" sz="quarter" idx="13"/>
          </p:nvPr>
        </p:nvPicPr>
        <p:blipFill>
          <a:blip r:embed="rId3"/>
          <a:srcRect l="17513" r="37695" b="1"/>
          <a:stretch>
            <a:fillRect/>
          </a:stretch>
        </p:blipFill>
        <p:spPr>
          <a:xfrm>
            <a:off x="533400" y="457201"/>
            <a:ext cx="3886200" cy="5867400"/>
          </a:xfrm>
          <a:prstGeom prst="rect">
            <a:avLst/>
          </a:prstGeom>
          <a:noFill/>
        </p:spPr>
      </p:pic>
      <p:sp>
        <p:nvSpPr>
          <p:cNvPr id="4" name="Content Placeholder 3">
            <a:extLst>
              <a:ext uri="{FF2B5EF4-FFF2-40B4-BE49-F238E27FC236}">
                <a16:creationId xmlns:a16="http://schemas.microsoft.com/office/drawing/2014/main" id="{E2E034B8-D7CE-7227-FFEA-2C8003114AC7}"/>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724400" y="1524000"/>
            <a:ext cx="7086599" cy="5029200"/>
          </a:xfrm>
        </p:spPr>
        <p:txBody>
          <a:bodyPr>
            <a:normAutofit lnSpcReduction="10000"/>
          </a:bodyPr>
          <a:lstStyle/>
          <a:p>
            <a:pPr marL="0" indent="0">
              <a:lnSpc>
                <a:spcPct val="110000"/>
              </a:lnSpc>
              <a:spcBef>
                <a:spcPts val="2500"/>
              </a:spcBef>
              <a:buFont typeface="Arial" panose="020B0604020202020204" pitchFamily="34" charset="0"/>
              <a:buNone/>
            </a:pPr>
            <a:r>
              <a:rPr lang="en-US" sz="2400" b="1" dirty="0" err="1"/>
              <a:t>Intégration</a:t>
            </a:r>
            <a:r>
              <a:rPr lang="en-US" sz="2400" b="1" dirty="0"/>
              <a:t> et d</a:t>
            </a:r>
            <a:r>
              <a:rPr lang="fr-FR" sz="2400" b="1" dirty="0" err="1"/>
              <a:t>éploiment</a:t>
            </a:r>
            <a:r>
              <a:rPr lang="en-US" sz="2400" b="1" dirty="0"/>
              <a:t> continues</a:t>
            </a:r>
          </a:p>
          <a:p>
            <a:pPr marL="0" lvl="1" indent="0">
              <a:lnSpc>
                <a:spcPct val="110000"/>
              </a:lnSpc>
              <a:buFont typeface="Arial" panose="020B0604020202020204" pitchFamily="34" charset="0"/>
              <a:buNone/>
            </a:pPr>
            <a:r>
              <a:rPr sz="1600" dirty="0" err="1"/>
              <a:t>L’intégration</a:t>
            </a:r>
            <a:r>
              <a:rPr sz="1600" dirty="0"/>
              <a:t> continue </a:t>
            </a:r>
            <a:r>
              <a:rPr sz="1600" dirty="0" err="1"/>
              <a:t>fusionne</a:t>
            </a:r>
            <a:r>
              <a:rPr sz="1600" dirty="0"/>
              <a:t> </a:t>
            </a:r>
            <a:r>
              <a:rPr sz="1600" dirty="0" err="1"/>
              <a:t>régulièrement</a:t>
            </a:r>
            <a:r>
              <a:rPr sz="1600" dirty="0"/>
              <a:t> le code, </a:t>
            </a:r>
            <a:r>
              <a:rPr sz="1600" dirty="0" err="1"/>
              <a:t>tandis</a:t>
            </a:r>
            <a:r>
              <a:rPr sz="1600" dirty="0"/>
              <a:t> </a:t>
            </a:r>
            <a:r>
              <a:rPr sz="1600" dirty="0" err="1"/>
              <a:t>que</a:t>
            </a:r>
            <a:r>
              <a:rPr sz="1600" dirty="0"/>
              <a:t> l</a:t>
            </a:r>
            <a:r>
              <a:rPr lang="fr-FR" sz="1600" dirty="0"/>
              <a:t>e </a:t>
            </a:r>
            <a:r>
              <a:rPr lang="fr-FR" sz="1600" dirty="0" err="1"/>
              <a:t>déploiment</a:t>
            </a:r>
            <a:r>
              <a:rPr sz="1600" dirty="0"/>
              <a:t> continue </a:t>
            </a:r>
            <a:r>
              <a:rPr sz="1600" dirty="0" err="1"/>
              <a:t>automatise</a:t>
            </a:r>
            <a:r>
              <a:rPr sz="1600" dirty="0"/>
              <a:t> le </a:t>
            </a:r>
            <a:r>
              <a:rPr sz="1600" dirty="0" err="1"/>
              <a:t>déploiement</a:t>
            </a:r>
            <a:r>
              <a:rPr sz="1600" dirty="0"/>
              <a:t> des applications.</a:t>
            </a:r>
            <a:endParaRPr lang="en-US" sz="1600" dirty="0"/>
          </a:p>
          <a:p>
            <a:pPr marL="0" indent="0">
              <a:lnSpc>
                <a:spcPct val="110000"/>
              </a:lnSpc>
              <a:spcBef>
                <a:spcPts val="2500"/>
              </a:spcBef>
              <a:buFont typeface="Arial" panose="020B0604020202020204" pitchFamily="34" charset="0"/>
              <a:buNone/>
            </a:pPr>
            <a:r>
              <a:rPr lang="en-US" sz="2400" b="1" dirty="0" err="1"/>
              <a:t>Automatisation</a:t>
            </a:r>
            <a:r>
              <a:rPr lang="en-US" sz="2400" b="1" dirty="0"/>
              <a:t> DevOps</a:t>
            </a:r>
          </a:p>
          <a:p>
            <a:pPr marL="0" lvl="1" indent="0">
              <a:lnSpc>
                <a:spcPct val="110000"/>
              </a:lnSpc>
              <a:buFont typeface="Arial" panose="020B0604020202020204" pitchFamily="34" charset="0"/>
              <a:buNone/>
            </a:pPr>
            <a:r>
              <a:rPr sz="1600" dirty="0" err="1"/>
              <a:t>L’automatisation</a:t>
            </a:r>
            <a:r>
              <a:rPr sz="1600" dirty="0"/>
              <a:t> </a:t>
            </a:r>
            <a:r>
              <a:rPr sz="1600" dirty="0" err="1"/>
              <a:t>couvre</a:t>
            </a:r>
            <a:r>
              <a:rPr sz="1600" dirty="0"/>
              <a:t> les tests, la configuration et la surveillance pour </a:t>
            </a:r>
            <a:r>
              <a:rPr sz="1600" dirty="0" err="1"/>
              <a:t>garantir</a:t>
            </a:r>
            <a:r>
              <a:rPr sz="1600" dirty="0"/>
              <a:t> des processus </a:t>
            </a:r>
            <a:r>
              <a:rPr sz="1600" dirty="0" err="1"/>
              <a:t>efficaces</a:t>
            </a:r>
            <a:r>
              <a:rPr sz="1600" dirty="0"/>
              <a:t> et </a:t>
            </a:r>
            <a:r>
              <a:rPr sz="1600" dirty="0" err="1"/>
              <a:t>fiables</a:t>
            </a:r>
            <a:r>
              <a:rPr sz="1600" dirty="0"/>
              <a:t>.</a:t>
            </a:r>
            <a:endParaRPr lang="en-US" sz="1600" dirty="0"/>
          </a:p>
          <a:p>
            <a:pPr marL="0" indent="0">
              <a:lnSpc>
                <a:spcPct val="110000"/>
              </a:lnSpc>
              <a:spcBef>
                <a:spcPts val="2500"/>
              </a:spcBef>
              <a:buFont typeface="Arial" panose="020B0604020202020204" pitchFamily="34" charset="0"/>
              <a:buNone/>
            </a:pPr>
            <a:r>
              <a:rPr lang="en-US" sz="2400" b="1" dirty="0"/>
              <a:t>Collaboration </a:t>
            </a:r>
            <a:r>
              <a:rPr lang="en-US" sz="2400" b="1" dirty="0" err="1"/>
              <a:t>interfonctionnelle</a:t>
            </a:r>
            <a:endParaRPr lang="en-US" sz="2400" b="1" dirty="0"/>
          </a:p>
          <a:p>
            <a:pPr marL="0" lvl="1" indent="0">
              <a:lnSpc>
                <a:spcPct val="110000"/>
              </a:lnSpc>
              <a:buFont typeface="Arial" panose="020B0604020202020204" pitchFamily="34" charset="0"/>
              <a:buNone/>
            </a:pPr>
            <a:r>
              <a:rPr sz="1600" dirty="0"/>
              <a:t>La collaboration entre </a:t>
            </a:r>
            <a:r>
              <a:rPr sz="1600" dirty="0" err="1"/>
              <a:t>développeurs</a:t>
            </a:r>
            <a:r>
              <a:rPr sz="1600" dirty="0"/>
              <a:t>, </a:t>
            </a:r>
            <a:r>
              <a:rPr sz="1600" dirty="0" err="1"/>
              <a:t>testeurs</a:t>
            </a:r>
            <a:r>
              <a:rPr sz="1600" dirty="0"/>
              <a:t> et </a:t>
            </a:r>
            <a:r>
              <a:rPr sz="1600" dirty="0" err="1"/>
              <a:t>administrateurs</a:t>
            </a:r>
            <a:r>
              <a:rPr sz="1600" dirty="0"/>
              <a:t> </a:t>
            </a:r>
            <a:r>
              <a:rPr sz="1600" dirty="0" err="1"/>
              <a:t>systèmes</a:t>
            </a:r>
            <a:r>
              <a:rPr sz="1600" dirty="0"/>
              <a:t> est </a:t>
            </a:r>
            <a:r>
              <a:rPr sz="1600" dirty="0" err="1"/>
              <a:t>essentielle</a:t>
            </a:r>
            <a:r>
              <a:rPr sz="1600" dirty="0"/>
              <a:t> pour le succès de DevOps.</a:t>
            </a:r>
            <a:endParaRPr lang="en-US" sz="1600" dirty="0"/>
          </a:p>
          <a:p>
            <a:pPr marL="0" indent="0">
              <a:lnSpc>
                <a:spcPct val="110000"/>
              </a:lnSpc>
              <a:spcBef>
                <a:spcPts val="2500"/>
              </a:spcBef>
              <a:buFont typeface="Arial" panose="020B0604020202020204" pitchFamily="34" charset="0"/>
              <a:buNone/>
            </a:pPr>
            <a:r>
              <a:rPr lang="en-US" sz="2400" b="1" dirty="0"/>
              <a:t>Culture et </a:t>
            </a:r>
            <a:r>
              <a:rPr lang="en-US" sz="2400" b="1" dirty="0" err="1"/>
              <a:t>outillage</a:t>
            </a:r>
            <a:endParaRPr lang="en-US" sz="2400" b="1" dirty="0"/>
          </a:p>
          <a:p>
            <a:pPr marL="0" lvl="1" indent="0">
              <a:lnSpc>
                <a:spcPct val="110000"/>
              </a:lnSpc>
              <a:buFont typeface="Arial" panose="020B0604020202020204" pitchFamily="34" charset="0"/>
              <a:buNone/>
            </a:pPr>
            <a:r>
              <a:rPr sz="1600" dirty="0"/>
              <a:t>La culture DevOps et </a:t>
            </a:r>
            <a:r>
              <a:rPr sz="1600" dirty="0" err="1"/>
              <a:t>l’utilisation</a:t>
            </a:r>
            <a:r>
              <a:rPr sz="1600" dirty="0"/>
              <a:t> </a:t>
            </a:r>
            <a:r>
              <a:rPr sz="1600" dirty="0" err="1"/>
              <a:t>d’outils</a:t>
            </a:r>
            <a:r>
              <a:rPr sz="1600" dirty="0"/>
              <a:t> </a:t>
            </a:r>
            <a:r>
              <a:rPr sz="1600" dirty="0" err="1"/>
              <a:t>comme</a:t>
            </a:r>
            <a:r>
              <a:rPr sz="1600" dirty="0"/>
              <a:t> Jenkins, Docker et Kubernetes </a:t>
            </a:r>
            <a:r>
              <a:rPr sz="1600" dirty="0" err="1"/>
              <a:t>améliorent</a:t>
            </a:r>
            <a:r>
              <a:rPr sz="1600" dirty="0"/>
              <a:t> la performance des livraisons.</a:t>
            </a:r>
            <a:endParaRPr lang="en-US" sz="1600" dirty="0"/>
          </a:p>
        </p:txBody>
      </p:sp>
    </p:spTree>
    <p:extLst>
      <p:ext uri="{BB962C8B-B14F-4D97-AF65-F5344CB8AC3E}">
        <p14:creationId xmlns:p14="http://schemas.microsoft.com/office/powerpoint/2010/main" val="289983697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tx1">
            <a:lumMod val="10000"/>
            <a:lumOff val="9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0CB9AF-D14F-7D0A-F1E2-24EC95C0AA3D}"/>
              </a:ext>
            </a:extLst>
          </p:cNvPr>
          <p:cNvSpPr>
            <a:spLocks noGrp="1"/>
          </p:cNvSpPr>
          <p:nvPr>
            <p:ph type="title"/>
          </p:nvPr>
        </p:nvSpPr>
        <p:spPr>
          <a:xfrm>
            <a:off x="4848555" y="512011"/>
            <a:ext cx="6792069" cy="478589"/>
          </a:xfrm>
        </p:spPr>
        <p:txBody>
          <a:bodyPr anchor="b">
            <a:normAutofit fontScale="90000"/>
          </a:bodyPr>
          <a:lstStyle/>
          <a:p>
            <a:pPr algn="ctr"/>
            <a:r>
              <a:rPr lang="en-US" u="sng" dirty="0"/>
              <a:t>Phases et </a:t>
            </a:r>
            <a:r>
              <a:rPr lang="en-US" u="sng" dirty="0" err="1"/>
              <a:t>activités</a:t>
            </a:r>
            <a:endParaRPr lang="en-US" u="sng" dirty="0"/>
          </a:p>
        </p:txBody>
      </p:sp>
      <p:pic>
        <p:nvPicPr>
          <p:cNvPr id="5" name="Content Placeholder 4" descr="Concept d’informatique en nuage isolé sur fond blanc">
            <a:extLst>
              <a:ext uri="{FF2B5EF4-FFF2-40B4-BE49-F238E27FC236}">
                <a16:creationId xmlns:a16="http://schemas.microsoft.com/office/drawing/2014/main" id="{B1F10018-DCCB-4C7D-B69A-CE9FA8A96EA7}"/>
              </a:ext>
            </a:extLst>
          </p:cNvPr>
          <p:cNvPicPr>
            <a:picLocks noGrp="1" noChangeAspect="1"/>
          </p:cNvPicPr>
          <p:nvPr>
            <p:ph type="pic" sz="quarter" idx="13"/>
          </p:nvPr>
        </p:nvPicPr>
        <p:blipFill>
          <a:blip r:embed="rId3"/>
          <a:srcRect l="23825" r="25846"/>
          <a:stretch>
            <a:fillRect/>
          </a:stretch>
        </p:blipFill>
        <p:spPr>
          <a:xfrm>
            <a:off x="533400" y="533399"/>
            <a:ext cx="3886200" cy="5943601"/>
          </a:xfrm>
          <a:prstGeom prst="rect">
            <a:avLst/>
          </a:prstGeom>
          <a:noFill/>
        </p:spPr>
      </p:pic>
      <p:sp>
        <p:nvSpPr>
          <p:cNvPr id="4" name="Content Placeholder 3">
            <a:extLst>
              <a:ext uri="{FF2B5EF4-FFF2-40B4-BE49-F238E27FC236}">
                <a16:creationId xmlns:a16="http://schemas.microsoft.com/office/drawing/2014/main" id="{BBA218C5-761B-DEAE-DBE9-BB4D16E86291}"/>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848555" y="990601"/>
            <a:ext cx="6792069" cy="5355388"/>
          </a:xfrm>
        </p:spPr>
        <p:txBody>
          <a:bodyPr>
            <a:normAutofit/>
          </a:bodyPr>
          <a:lstStyle/>
          <a:p>
            <a:pPr marL="0" indent="0">
              <a:lnSpc>
                <a:spcPct val="110000"/>
              </a:lnSpc>
              <a:spcBef>
                <a:spcPts val="2500"/>
              </a:spcBef>
              <a:buFont typeface="Arial" panose="020B0604020202020204" pitchFamily="34" charset="0"/>
              <a:buNone/>
            </a:pPr>
            <a:r>
              <a:rPr lang="en-US" sz="2400" b="1" dirty="0"/>
              <a:t>Phases du cycle DevOps</a:t>
            </a:r>
          </a:p>
          <a:p>
            <a:pPr marL="0" lvl="1" indent="0">
              <a:lnSpc>
                <a:spcPct val="110000"/>
              </a:lnSpc>
              <a:buFont typeface="Arial" panose="020B0604020202020204" pitchFamily="34" charset="0"/>
              <a:buNone/>
            </a:pPr>
            <a:r>
              <a:rPr sz="1800" dirty="0"/>
              <a:t>Le cycle DevOps </a:t>
            </a:r>
            <a:r>
              <a:rPr sz="1800" dirty="0" err="1"/>
              <a:t>comprend</a:t>
            </a:r>
            <a:r>
              <a:rPr sz="1800" dirty="0"/>
              <a:t> planification, </a:t>
            </a:r>
            <a:r>
              <a:rPr sz="1800" dirty="0" err="1"/>
              <a:t>développement</a:t>
            </a:r>
            <a:r>
              <a:rPr sz="1800" dirty="0"/>
              <a:t>, </a:t>
            </a:r>
            <a:r>
              <a:rPr sz="1800" dirty="0" err="1"/>
              <a:t>intégration</a:t>
            </a:r>
            <a:r>
              <a:rPr sz="1800" dirty="0"/>
              <a:t>, </a:t>
            </a:r>
            <a:r>
              <a:rPr sz="1800" dirty="0" err="1"/>
              <a:t>déploiement</a:t>
            </a:r>
            <a:r>
              <a:rPr sz="1800" dirty="0"/>
              <a:t>, exploitation et surveillance des </a:t>
            </a:r>
            <a:r>
              <a:rPr sz="1800" dirty="0" err="1"/>
              <a:t>systèmes</a:t>
            </a:r>
            <a:r>
              <a:rPr sz="1800" dirty="0"/>
              <a:t>.</a:t>
            </a:r>
            <a:endParaRPr lang="en-US" sz="1800" dirty="0"/>
          </a:p>
          <a:p>
            <a:pPr marL="0" indent="0">
              <a:lnSpc>
                <a:spcPct val="110000"/>
              </a:lnSpc>
              <a:spcBef>
                <a:spcPts val="2500"/>
              </a:spcBef>
              <a:buFont typeface="Arial" panose="020B0604020202020204" pitchFamily="34" charset="0"/>
              <a:buNone/>
            </a:pPr>
            <a:r>
              <a:rPr lang="en-US" sz="2400" b="1" dirty="0"/>
              <a:t>Planification et </a:t>
            </a:r>
            <a:r>
              <a:rPr lang="en-US" sz="2400" b="1" dirty="0" err="1"/>
              <a:t>développement</a:t>
            </a:r>
            <a:endParaRPr lang="en-US" sz="2400" b="1" dirty="0"/>
          </a:p>
          <a:p>
            <a:pPr marL="0" lvl="1" indent="0">
              <a:lnSpc>
                <a:spcPct val="110000"/>
              </a:lnSpc>
              <a:buFont typeface="Arial" panose="020B0604020202020204" pitchFamily="34" charset="0"/>
              <a:buNone/>
            </a:pPr>
            <a:r>
              <a:rPr sz="1800" dirty="0"/>
              <a:t>La planification </a:t>
            </a:r>
            <a:r>
              <a:rPr sz="1800" dirty="0" err="1"/>
              <a:t>définit</a:t>
            </a:r>
            <a:r>
              <a:rPr sz="1800" dirty="0"/>
              <a:t> les </a:t>
            </a:r>
            <a:r>
              <a:rPr sz="1800" dirty="0" err="1"/>
              <a:t>objectifs</a:t>
            </a:r>
            <a:r>
              <a:rPr sz="1800" dirty="0"/>
              <a:t>, </a:t>
            </a:r>
            <a:r>
              <a:rPr sz="1800" dirty="0" err="1"/>
              <a:t>tandis</a:t>
            </a:r>
            <a:r>
              <a:rPr sz="1800" dirty="0"/>
              <a:t> </a:t>
            </a:r>
            <a:r>
              <a:rPr sz="1800" dirty="0" err="1"/>
              <a:t>que</a:t>
            </a:r>
            <a:r>
              <a:rPr sz="1800" dirty="0"/>
              <a:t> le </a:t>
            </a:r>
            <a:r>
              <a:rPr sz="1800" dirty="0" err="1"/>
              <a:t>développement</a:t>
            </a:r>
            <a:r>
              <a:rPr sz="1800" dirty="0"/>
              <a:t> </a:t>
            </a:r>
            <a:r>
              <a:rPr sz="1800" dirty="0" err="1"/>
              <a:t>crée</a:t>
            </a:r>
            <a:r>
              <a:rPr sz="1800" dirty="0"/>
              <a:t> et </a:t>
            </a:r>
            <a:r>
              <a:rPr sz="1800" dirty="0" err="1"/>
              <a:t>valide</a:t>
            </a:r>
            <a:r>
              <a:rPr sz="1800" dirty="0"/>
              <a:t> le code source.</a:t>
            </a:r>
            <a:endParaRPr lang="en-US" sz="1800" dirty="0"/>
          </a:p>
          <a:p>
            <a:pPr marL="0" indent="0">
              <a:lnSpc>
                <a:spcPct val="110000"/>
              </a:lnSpc>
              <a:spcBef>
                <a:spcPts val="2500"/>
              </a:spcBef>
              <a:buFont typeface="Arial" panose="020B0604020202020204" pitchFamily="34" charset="0"/>
              <a:buNone/>
            </a:pPr>
            <a:r>
              <a:rPr lang="en-US" sz="2400" b="1" dirty="0" err="1"/>
              <a:t>Intégration</a:t>
            </a:r>
            <a:r>
              <a:rPr lang="en-US" sz="2400" b="1" dirty="0"/>
              <a:t> et </a:t>
            </a:r>
            <a:r>
              <a:rPr lang="en-US" sz="2400" b="1" dirty="0" err="1"/>
              <a:t>déploiement</a:t>
            </a:r>
            <a:r>
              <a:rPr lang="en-US" sz="2400" b="1" dirty="0"/>
              <a:t> </a:t>
            </a:r>
            <a:r>
              <a:rPr lang="en-US" sz="2400" b="1" dirty="0" err="1"/>
              <a:t>continus</a:t>
            </a:r>
            <a:endParaRPr lang="en-US" sz="2400" b="1" dirty="0"/>
          </a:p>
          <a:p>
            <a:pPr marL="0" lvl="1" indent="0">
              <a:lnSpc>
                <a:spcPct val="110000"/>
              </a:lnSpc>
              <a:buFont typeface="Arial" panose="020B0604020202020204" pitchFamily="34" charset="0"/>
              <a:buNone/>
            </a:pPr>
            <a:r>
              <a:rPr sz="1800" dirty="0" err="1"/>
              <a:t>L’intégration</a:t>
            </a:r>
            <a:r>
              <a:rPr sz="1800" dirty="0"/>
              <a:t> continue teste et </a:t>
            </a:r>
            <a:r>
              <a:rPr sz="1800" dirty="0" err="1"/>
              <a:t>fusionne</a:t>
            </a:r>
            <a:r>
              <a:rPr sz="1800" dirty="0"/>
              <a:t> le code, le </a:t>
            </a:r>
            <a:r>
              <a:rPr sz="1800" dirty="0" err="1"/>
              <a:t>déploiement</a:t>
            </a:r>
            <a:r>
              <a:rPr sz="1800" dirty="0"/>
              <a:t> </a:t>
            </a:r>
            <a:r>
              <a:rPr sz="1800" dirty="0" err="1"/>
              <a:t>automatisé</a:t>
            </a:r>
            <a:r>
              <a:rPr sz="1800" dirty="0"/>
              <a:t> livre </a:t>
            </a:r>
            <a:r>
              <a:rPr sz="1800" dirty="0" err="1"/>
              <a:t>rapidement</a:t>
            </a:r>
            <a:r>
              <a:rPr sz="1800" dirty="0"/>
              <a:t> </a:t>
            </a:r>
            <a:r>
              <a:rPr sz="1800" dirty="0" err="1"/>
              <a:t>en</a:t>
            </a:r>
            <a:r>
              <a:rPr sz="1800" dirty="0"/>
              <a:t> production.</a:t>
            </a:r>
            <a:endParaRPr lang="en-US" sz="1800" dirty="0"/>
          </a:p>
          <a:p>
            <a:pPr marL="0" indent="0">
              <a:lnSpc>
                <a:spcPct val="110000"/>
              </a:lnSpc>
              <a:spcBef>
                <a:spcPts val="2500"/>
              </a:spcBef>
              <a:buFont typeface="Arial" panose="020B0604020202020204" pitchFamily="34" charset="0"/>
              <a:buNone/>
            </a:pPr>
            <a:r>
              <a:rPr lang="en-US" sz="2400" b="1" dirty="0"/>
              <a:t>Exploitation et surveillance</a:t>
            </a:r>
          </a:p>
          <a:p>
            <a:pPr marL="0" lvl="1" indent="0">
              <a:lnSpc>
                <a:spcPct val="110000"/>
              </a:lnSpc>
              <a:buFont typeface="Arial" panose="020B0604020202020204" pitchFamily="34" charset="0"/>
              <a:buNone/>
            </a:pPr>
            <a:r>
              <a:rPr sz="1800" dirty="0" err="1"/>
              <a:t>L’exploitation</a:t>
            </a:r>
            <a:r>
              <a:rPr sz="1800" dirty="0"/>
              <a:t> assure la </a:t>
            </a:r>
            <a:r>
              <a:rPr sz="1800" dirty="0" err="1"/>
              <a:t>stabilité</a:t>
            </a:r>
            <a:r>
              <a:rPr sz="1800" dirty="0"/>
              <a:t> et la performance, la surveillance </a:t>
            </a:r>
            <a:r>
              <a:rPr sz="1800" dirty="0" err="1"/>
              <a:t>collecte</a:t>
            </a:r>
            <a:r>
              <a:rPr sz="1800" dirty="0"/>
              <a:t> des données pour </a:t>
            </a:r>
            <a:r>
              <a:rPr sz="1800" dirty="0" err="1"/>
              <a:t>améliorer</a:t>
            </a:r>
            <a:r>
              <a:rPr sz="1800" dirty="0"/>
              <a:t> le </a:t>
            </a:r>
            <a:r>
              <a:rPr sz="1800" dirty="0" err="1"/>
              <a:t>système</a:t>
            </a:r>
            <a:r>
              <a:rPr sz="1800" dirty="0"/>
              <a:t>.</a:t>
            </a:r>
            <a:endParaRPr lang="en-US" sz="1800" dirty="0"/>
          </a:p>
        </p:txBody>
      </p:sp>
    </p:spTree>
    <p:extLst>
      <p:ext uri="{BB962C8B-B14F-4D97-AF65-F5344CB8AC3E}">
        <p14:creationId xmlns:p14="http://schemas.microsoft.com/office/powerpoint/2010/main" val="270481928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tx1">
            <a:lumMod val="10000"/>
            <a:lumOff val="90000"/>
          </a:schemeClr>
        </a:solidFill>
        <a:effectLst/>
      </p:bgPr>
    </p:bg>
    <p:spTree>
      <p:nvGrpSpPr>
        <p:cNvPr id="1" name="">
          <a:extLst>
            <a:ext uri="{FF2B5EF4-FFF2-40B4-BE49-F238E27FC236}">
              <a16:creationId xmlns:a16="http://schemas.microsoft.com/office/drawing/2014/main" id="{8356A118-1EA5-565F-38C4-9E3CCFCA447B}"/>
            </a:ext>
          </a:extLst>
        </p:cNvPr>
        <p:cNvGrpSpPr/>
        <p:nvPr/>
      </p:nvGrpSpPr>
      <p:grpSpPr>
        <a:xfrm>
          <a:off x="0" y="0"/>
          <a:ext cx="0" cy="0"/>
          <a:chOff x="0" y="0"/>
          <a:chExt cx="0" cy="0"/>
        </a:xfrm>
      </p:grpSpPr>
      <p:sp>
        <p:nvSpPr>
          <p:cNvPr id="4" name="Content Placeholder 3">
            <a:extLst>
              <a:ext uri="{FF2B5EF4-FFF2-40B4-BE49-F238E27FC236}">
                <a16:creationId xmlns:a16="http://schemas.microsoft.com/office/drawing/2014/main" id="{2AF41D8B-705E-B82C-A691-2EC4B72F9435}"/>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9601" y="751306"/>
            <a:ext cx="11049000" cy="5355388"/>
          </a:xfrm>
          <a:blipFill dpi="0" rotWithShape="1">
            <a:blip r:embed="rId3">
              <a:extLst>
                <a:ext uri="{28A0092B-C50C-407E-A947-70E740481C1C}">
                  <a14:useLocalDpi xmlns:a14="http://schemas.microsoft.com/office/drawing/2010/main" val="0"/>
                </a:ext>
              </a:extLst>
            </a:blip>
            <a:srcRect/>
            <a:stretch>
              <a:fillRect/>
            </a:stretch>
          </a:blipFill>
        </p:spPr>
        <p:txBody>
          <a:bodyPr>
            <a:normAutofit/>
          </a:bodyPr>
          <a:lstStyle/>
          <a:p>
            <a:pPr marL="0" indent="0">
              <a:lnSpc>
                <a:spcPct val="110000"/>
              </a:lnSpc>
              <a:spcBef>
                <a:spcPts val="2500"/>
              </a:spcBef>
              <a:buFont typeface="Arial" panose="020B0604020202020204" pitchFamily="34" charset="0"/>
              <a:buNone/>
            </a:pPr>
            <a:endParaRPr lang="en-US" sz="1800" dirty="0"/>
          </a:p>
        </p:txBody>
      </p:sp>
    </p:spTree>
    <p:extLst>
      <p:ext uri="{BB962C8B-B14F-4D97-AF65-F5344CB8AC3E}">
        <p14:creationId xmlns:p14="http://schemas.microsoft.com/office/powerpoint/2010/main" val="273338456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nodePh="1">
                                  <p:stCondLst>
                                    <p:cond delay="250"/>
                                  </p:stCondLst>
                                  <p:endCondLst>
                                    <p:cond evt="begin" delay="0">
                                      <p:tn val="5"/>
                                    </p:cond>
                                  </p:end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tx1">
            <a:lumMod val="10000"/>
            <a:lumOff val="9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9D7B5E-3A1A-989F-E61A-3657E47351CB}"/>
              </a:ext>
            </a:extLst>
          </p:cNvPr>
          <p:cNvSpPr>
            <a:spLocks noGrp="1"/>
          </p:cNvSpPr>
          <p:nvPr>
            <p:ph type="title"/>
          </p:nvPr>
        </p:nvSpPr>
        <p:spPr>
          <a:xfrm>
            <a:off x="4877417" y="269393"/>
            <a:ext cx="6792069" cy="554789"/>
          </a:xfrm>
        </p:spPr>
        <p:txBody>
          <a:bodyPr anchor="b">
            <a:normAutofit/>
          </a:bodyPr>
          <a:lstStyle/>
          <a:p>
            <a:pPr algn="ctr"/>
            <a:r>
              <a:rPr lang="en-US" dirty="0" err="1"/>
              <a:t>Rôles</a:t>
            </a:r>
            <a:r>
              <a:rPr lang="en-US" dirty="0"/>
              <a:t> </a:t>
            </a:r>
            <a:r>
              <a:rPr lang="en-US" dirty="0" err="1"/>
              <a:t>principaux</a:t>
            </a:r>
            <a:endParaRPr lang="en-US" dirty="0"/>
          </a:p>
        </p:txBody>
      </p:sp>
      <p:pic>
        <p:nvPicPr>
          <p:cNvPr id="5" name="Content Placeholder 4" descr="Script informatique à l’écran">
            <a:extLst>
              <a:ext uri="{FF2B5EF4-FFF2-40B4-BE49-F238E27FC236}">
                <a16:creationId xmlns:a16="http://schemas.microsoft.com/office/drawing/2014/main" id="{07542679-6FB8-4E6B-880A-B145416C22BC}"/>
              </a:ext>
            </a:extLst>
          </p:cNvPr>
          <p:cNvPicPr>
            <a:picLocks noGrp="1" noChangeAspect="1"/>
          </p:cNvPicPr>
          <p:nvPr>
            <p:ph type="pic" sz="quarter" idx="13"/>
          </p:nvPr>
        </p:nvPicPr>
        <p:blipFill>
          <a:blip r:embed="rId3"/>
          <a:srcRect l="7297" r="47911" b="1"/>
          <a:stretch>
            <a:fillRect/>
          </a:stretch>
        </p:blipFill>
        <p:spPr>
          <a:xfrm>
            <a:off x="533400" y="533399"/>
            <a:ext cx="3886200" cy="5791201"/>
          </a:xfrm>
          <a:prstGeom prst="rect">
            <a:avLst/>
          </a:prstGeom>
          <a:noFill/>
        </p:spPr>
      </p:pic>
      <p:sp>
        <p:nvSpPr>
          <p:cNvPr id="4" name="Content Placeholder 3">
            <a:extLst>
              <a:ext uri="{FF2B5EF4-FFF2-40B4-BE49-F238E27FC236}">
                <a16:creationId xmlns:a16="http://schemas.microsoft.com/office/drawing/2014/main" id="{83B7F9F8-470C-79CA-DD1A-22C91AD745AC}"/>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648201" y="990600"/>
            <a:ext cx="6992424" cy="5320612"/>
          </a:xfrm>
        </p:spPr>
        <p:txBody>
          <a:bodyPr>
            <a:normAutofit/>
          </a:bodyPr>
          <a:lstStyle/>
          <a:p>
            <a:pPr marL="0" indent="0">
              <a:lnSpc>
                <a:spcPct val="110000"/>
              </a:lnSpc>
              <a:spcBef>
                <a:spcPts val="2500"/>
              </a:spcBef>
              <a:buFont typeface="Arial" panose="020B0604020202020204" pitchFamily="34" charset="0"/>
              <a:buNone/>
            </a:pPr>
            <a:r>
              <a:rPr lang="en-US" sz="2400" b="1" dirty="0" err="1"/>
              <a:t>Développeurs</a:t>
            </a:r>
            <a:endParaRPr lang="en-US" sz="2400" b="1" dirty="0"/>
          </a:p>
          <a:p>
            <a:pPr marL="0" lvl="1" indent="0">
              <a:lnSpc>
                <a:spcPct val="110000"/>
              </a:lnSpc>
              <a:buFont typeface="Arial" panose="020B0604020202020204" pitchFamily="34" charset="0"/>
              <a:buNone/>
            </a:pPr>
            <a:r>
              <a:rPr sz="1800" dirty="0"/>
              <a:t>Les </a:t>
            </a:r>
            <a:r>
              <a:rPr sz="1800" dirty="0" err="1"/>
              <a:t>développeurs</a:t>
            </a:r>
            <a:r>
              <a:rPr sz="1800" dirty="0"/>
              <a:t> </a:t>
            </a:r>
            <a:r>
              <a:rPr sz="1800" dirty="0" err="1"/>
              <a:t>écrivent</a:t>
            </a:r>
            <a:r>
              <a:rPr sz="1800" dirty="0"/>
              <a:t> et </a:t>
            </a:r>
            <a:r>
              <a:rPr sz="1800" dirty="0" err="1"/>
              <a:t>maintiennent</a:t>
            </a:r>
            <a:r>
              <a:rPr sz="1800" dirty="0"/>
              <a:t> le code </a:t>
            </a:r>
            <a:r>
              <a:rPr sz="1800" dirty="0" err="1"/>
              <a:t>essentiel</a:t>
            </a:r>
            <a:r>
              <a:rPr sz="1800" dirty="0"/>
              <a:t> aux applications et services dans le pipeline DevOps.</a:t>
            </a:r>
            <a:endParaRPr lang="en-US" sz="1800" dirty="0"/>
          </a:p>
          <a:p>
            <a:pPr marL="0" indent="0">
              <a:lnSpc>
                <a:spcPct val="110000"/>
              </a:lnSpc>
              <a:spcBef>
                <a:spcPts val="2500"/>
              </a:spcBef>
              <a:buFont typeface="Arial" panose="020B0604020202020204" pitchFamily="34" charset="0"/>
              <a:buNone/>
            </a:pPr>
            <a:r>
              <a:rPr lang="en-US" sz="2400" b="1" dirty="0" err="1"/>
              <a:t>Ingénieurs</a:t>
            </a:r>
            <a:r>
              <a:rPr lang="en-US" sz="2400" b="1" dirty="0"/>
              <a:t> DevOps</a:t>
            </a:r>
          </a:p>
          <a:p>
            <a:pPr marL="0" lvl="1" indent="0">
              <a:lnSpc>
                <a:spcPct val="110000"/>
              </a:lnSpc>
              <a:buFont typeface="Arial" panose="020B0604020202020204" pitchFamily="34" charset="0"/>
              <a:buNone/>
            </a:pPr>
            <a:r>
              <a:rPr sz="1800" dirty="0"/>
              <a:t>Les </a:t>
            </a:r>
            <a:r>
              <a:rPr sz="1800" dirty="0" err="1"/>
              <a:t>ingénieurs</a:t>
            </a:r>
            <a:r>
              <a:rPr sz="1800" dirty="0"/>
              <a:t> DevOps </a:t>
            </a:r>
            <a:r>
              <a:rPr sz="1800" dirty="0" err="1"/>
              <a:t>automatisent</a:t>
            </a:r>
            <a:r>
              <a:rPr sz="1800" dirty="0"/>
              <a:t> les processus et </a:t>
            </a:r>
            <a:r>
              <a:rPr sz="1800" dirty="0" err="1"/>
              <a:t>intègrent</a:t>
            </a:r>
            <a:r>
              <a:rPr sz="1800" dirty="0"/>
              <a:t> les </a:t>
            </a:r>
            <a:r>
              <a:rPr sz="1800" dirty="0" err="1"/>
              <a:t>outils</a:t>
            </a:r>
            <a:r>
              <a:rPr sz="1800" dirty="0"/>
              <a:t> pour </a:t>
            </a:r>
            <a:r>
              <a:rPr sz="1800" dirty="0" err="1"/>
              <a:t>accélérer</a:t>
            </a:r>
            <a:r>
              <a:rPr sz="1800" dirty="0"/>
              <a:t> le cycle de </a:t>
            </a:r>
            <a:r>
              <a:rPr sz="1800" dirty="0" err="1"/>
              <a:t>développement</a:t>
            </a:r>
            <a:r>
              <a:rPr sz="1800" dirty="0"/>
              <a:t>.</a:t>
            </a:r>
            <a:endParaRPr lang="en-US" sz="1800" dirty="0"/>
          </a:p>
          <a:p>
            <a:pPr marL="0" indent="0">
              <a:lnSpc>
                <a:spcPct val="110000"/>
              </a:lnSpc>
              <a:spcBef>
                <a:spcPts val="2500"/>
              </a:spcBef>
              <a:buFont typeface="Arial" panose="020B0604020202020204" pitchFamily="34" charset="0"/>
              <a:buNone/>
            </a:pPr>
            <a:r>
              <a:rPr lang="en-US" sz="2400" b="1" dirty="0" err="1"/>
              <a:t>Responsables</a:t>
            </a:r>
            <a:r>
              <a:rPr lang="en-US" sz="2400" b="1" dirty="0"/>
              <a:t> QA</a:t>
            </a:r>
          </a:p>
          <a:p>
            <a:pPr marL="0" lvl="1" indent="0">
              <a:lnSpc>
                <a:spcPct val="110000"/>
              </a:lnSpc>
              <a:buFont typeface="Arial" panose="020B0604020202020204" pitchFamily="34" charset="0"/>
              <a:buNone/>
            </a:pPr>
            <a:r>
              <a:rPr sz="1800" dirty="0"/>
              <a:t>Les </a:t>
            </a:r>
            <a:r>
              <a:rPr sz="1800" dirty="0" err="1"/>
              <a:t>responsables</a:t>
            </a:r>
            <a:r>
              <a:rPr sz="1800" dirty="0"/>
              <a:t> QA </a:t>
            </a:r>
            <a:r>
              <a:rPr sz="1800" dirty="0" err="1"/>
              <a:t>garantissent</a:t>
            </a:r>
            <a:r>
              <a:rPr sz="1800" dirty="0"/>
              <a:t> la </a:t>
            </a:r>
            <a:r>
              <a:rPr sz="1800" dirty="0" err="1"/>
              <a:t>qualité</a:t>
            </a:r>
            <a:r>
              <a:rPr sz="1800" dirty="0"/>
              <a:t> grâce à des tests </a:t>
            </a:r>
            <a:r>
              <a:rPr sz="1800" dirty="0" err="1"/>
              <a:t>automatisés</a:t>
            </a:r>
            <a:r>
              <a:rPr sz="1800" dirty="0"/>
              <a:t> </a:t>
            </a:r>
            <a:r>
              <a:rPr sz="1800" dirty="0" err="1"/>
              <a:t>rigoureux</a:t>
            </a:r>
            <a:r>
              <a:rPr sz="1800" dirty="0"/>
              <a:t> et </a:t>
            </a:r>
            <a:r>
              <a:rPr sz="1800" dirty="0" err="1"/>
              <a:t>continus</a:t>
            </a:r>
            <a:r>
              <a:rPr sz="1800" dirty="0"/>
              <a:t>.</a:t>
            </a:r>
            <a:endParaRPr lang="en-US" sz="1800" dirty="0"/>
          </a:p>
          <a:p>
            <a:pPr marL="0" indent="0">
              <a:lnSpc>
                <a:spcPct val="110000"/>
              </a:lnSpc>
              <a:spcBef>
                <a:spcPts val="2500"/>
              </a:spcBef>
              <a:buFont typeface="Arial" panose="020B0604020202020204" pitchFamily="34" charset="0"/>
              <a:buNone/>
            </a:pPr>
            <a:r>
              <a:rPr lang="en-US" sz="2400" b="1" dirty="0" err="1"/>
              <a:t>Administrateurs</a:t>
            </a:r>
            <a:r>
              <a:rPr lang="en-US" sz="2400" b="1" dirty="0"/>
              <a:t> </a:t>
            </a:r>
            <a:r>
              <a:rPr lang="en-US" sz="2400" b="1" dirty="0" err="1"/>
              <a:t>systèmes</a:t>
            </a:r>
            <a:endParaRPr lang="en-US" sz="2400" b="1" dirty="0"/>
          </a:p>
          <a:p>
            <a:pPr marL="0" lvl="1" indent="0">
              <a:lnSpc>
                <a:spcPct val="110000"/>
              </a:lnSpc>
              <a:buFont typeface="Arial" panose="020B0604020202020204" pitchFamily="34" charset="0"/>
              <a:buNone/>
            </a:pPr>
            <a:r>
              <a:rPr sz="1800" dirty="0"/>
              <a:t>Les </a:t>
            </a:r>
            <a:r>
              <a:rPr sz="1800" dirty="0" err="1"/>
              <a:t>administrateurs</a:t>
            </a:r>
            <a:r>
              <a:rPr sz="1800" dirty="0"/>
              <a:t> </a:t>
            </a:r>
            <a:r>
              <a:rPr sz="1800" dirty="0" err="1"/>
              <a:t>systèmes</a:t>
            </a:r>
            <a:r>
              <a:rPr sz="1800" dirty="0"/>
              <a:t> </a:t>
            </a:r>
            <a:r>
              <a:rPr sz="1800" dirty="0" err="1"/>
              <a:t>gèrent</a:t>
            </a:r>
            <a:r>
              <a:rPr sz="1800" dirty="0"/>
              <a:t> </a:t>
            </a:r>
            <a:r>
              <a:rPr sz="1800" dirty="0" err="1"/>
              <a:t>l’infrastructure</a:t>
            </a:r>
            <a:r>
              <a:rPr sz="1800" dirty="0"/>
              <a:t>, la </a:t>
            </a:r>
            <a:r>
              <a:rPr sz="1800" dirty="0" err="1"/>
              <a:t>sécurité</a:t>
            </a:r>
            <a:r>
              <a:rPr sz="1800" dirty="0"/>
              <a:t> et la </a:t>
            </a:r>
            <a:r>
              <a:rPr sz="1800" dirty="0" err="1"/>
              <a:t>stabilité</a:t>
            </a:r>
            <a:r>
              <a:rPr sz="1800" dirty="0"/>
              <a:t> des </a:t>
            </a:r>
            <a:r>
              <a:rPr sz="1800" dirty="0" err="1"/>
              <a:t>environnements</a:t>
            </a:r>
            <a:r>
              <a:rPr sz="1800" dirty="0"/>
              <a:t> de production.</a:t>
            </a:r>
            <a:endParaRPr lang="en-US" sz="1800" dirty="0"/>
          </a:p>
        </p:txBody>
      </p:sp>
    </p:spTree>
    <p:extLst>
      <p:ext uri="{BB962C8B-B14F-4D97-AF65-F5344CB8AC3E}">
        <p14:creationId xmlns:p14="http://schemas.microsoft.com/office/powerpoint/2010/main" val="263231568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tx1">
            <a:lumMod val="10000"/>
            <a:lumOff val="9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9A8E29-7791-5429-D94F-0E61F6160F9C}"/>
              </a:ext>
            </a:extLst>
          </p:cNvPr>
          <p:cNvSpPr>
            <a:spLocks noGrp="1"/>
          </p:cNvSpPr>
          <p:nvPr>
            <p:ph type="title"/>
          </p:nvPr>
        </p:nvSpPr>
        <p:spPr>
          <a:xfrm>
            <a:off x="6976584" y="304800"/>
            <a:ext cx="2590800" cy="723274"/>
          </a:xfrm>
        </p:spPr>
        <p:txBody>
          <a:bodyPr anchor="t">
            <a:normAutofit/>
          </a:bodyPr>
          <a:lstStyle/>
          <a:p>
            <a:r>
              <a:rPr lang="en-US" dirty="0" err="1"/>
              <a:t>Avantages</a:t>
            </a:r>
            <a:endParaRPr lang="en-US" dirty="0"/>
          </a:p>
        </p:txBody>
      </p:sp>
      <p:pic>
        <p:nvPicPr>
          <p:cNvPr id="5" name="Content Placeholder 4" descr="Résumé de Cog">
            <a:extLst>
              <a:ext uri="{FF2B5EF4-FFF2-40B4-BE49-F238E27FC236}">
                <a16:creationId xmlns:a16="http://schemas.microsoft.com/office/drawing/2014/main" id="{44A2FFEE-59C4-4CD2-8830-3037E87837FE}"/>
              </a:ext>
            </a:extLst>
          </p:cNvPr>
          <p:cNvPicPr>
            <a:picLocks noGrp="1" noChangeAspect="1"/>
          </p:cNvPicPr>
          <p:nvPr>
            <p:ph type="pic" sz="quarter" idx="13"/>
          </p:nvPr>
        </p:nvPicPr>
        <p:blipFill>
          <a:blip r:embed="rId3"/>
          <a:srcRect l="12839" r="17926" b="-2"/>
          <a:stretch>
            <a:fillRect/>
          </a:stretch>
        </p:blipFill>
        <p:spPr>
          <a:xfrm>
            <a:off x="533400" y="533399"/>
            <a:ext cx="4660247" cy="6096001"/>
          </a:xfrm>
          <a:prstGeom prst="rect">
            <a:avLst/>
          </a:prstGeom>
          <a:noFill/>
        </p:spPr>
      </p:pic>
      <p:sp>
        <p:nvSpPr>
          <p:cNvPr id="4" name="Content Placeholder 3">
            <a:extLst>
              <a:ext uri="{FF2B5EF4-FFF2-40B4-BE49-F238E27FC236}">
                <a16:creationId xmlns:a16="http://schemas.microsoft.com/office/drawing/2014/main" id="{AC3C52AF-BD46-28D9-A203-E221B910F4B1}"/>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477256" y="914400"/>
            <a:ext cx="6181344" cy="5334000"/>
          </a:xfrm>
        </p:spPr>
        <p:txBody>
          <a:bodyPr>
            <a:noAutofit/>
          </a:bodyPr>
          <a:lstStyle/>
          <a:p>
            <a:pPr marL="0" indent="0">
              <a:lnSpc>
                <a:spcPct val="110000"/>
              </a:lnSpc>
              <a:spcBef>
                <a:spcPts val="2500"/>
              </a:spcBef>
              <a:buFont typeface="Arial" panose="020B0604020202020204" pitchFamily="34" charset="0"/>
              <a:buNone/>
            </a:pPr>
            <a:r>
              <a:rPr lang="en-US" sz="2400" b="1" dirty="0"/>
              <a:t>Livraison </a:t>
            </a:r>
            <a:r>
              <a:rPr lang="en-US" sz="2400" b="1" dirty="0" err="1"/>
              <a:t>rapide</a:t>
            </a:r>
            <a:endParaRPr lang="en-US" sz="2400" b="1" dirty="0"/>
          </a:p>
          <a:p>
            <a:pPr marL="0" lvl="1" indent="0">
              <a:lnSpc>
                <a:spcPct val="110000"/>
              </a:lnSpc>
              <a:buFont typeface="Arial" panose="020B0604020202020204" pitchFamily="34" charset="0"/>
              <a:buNone/>
            </a:pPr>
            <a:r>
              <a:rPr lang="en-US" sz="1800" dirty="0"/>
              <a:t>DevOps </a:t>
            </a:r>
            <a:r>
              <a:rPr lang="en-US" sz="1800" dirty="0" err="1"/>
              <a:t>permet</a:t>
            </a:r>
            <a:r>
              <a:rPr lang="en-US" sz="1800" dirty="0"/>
              <a:t> </a:t>
            </a:r>
            <a:r>
              <a:rPr lang="en-US" sz="1800" dirty="0" err="1"/>
              <a:t>une</a:t>
            </a:r>
            <a:r>
              <a:rPr lang="en-US" sz="1800" dirty="0"/>
              <a:t> livraison </a:t>
            </a:r>
            <a:r>
              <a:rPr lang="en-US" sz="1800" dirty="0" err="1"/>
              <a:t>rapide</a:t>
            </a:r>
            <a:r>
              <a:rPr lang="en-US" sz="1800" dirty="0"/>
              <a:t> des </a:t>
            </a:r>
            <a:r>
              <a:rPr lang="en-US" sz="1800" dirty="0" err="1"/>
              <a:t>fonctionnalités</a:t>
            </a:r>
            <a:r>
              <a:rPr lang="en-US" sz="1800" dirty="0"/>
              <a:t> grâce à </a:t>
            </a:r>
            <a:r>
              <a:rPr lang="en-US" sz="1800" dirty="0" err="1"/>
              <a:t>l’automatisation</a:t>
            </a:r>
            <a:r>
              <a:rPr lang="en-US" sz="1800" dirty="0"/>
              <a:t> et des cycles de </a:t>
            </a:r>
            <a:r>
              <a:rPr lang="en-US" sz="1800" dirty="0" err="1"/>
              <a:t>développement</a:t>
            </a:r>
            <a:r>
              <a:rPr lang="en-US" sz="1800" dirty="0"/>
              <a:t> courts.</a:t>
            </a:r>
          </a:p>
          <a:p>
            <a:pPr marL="0" indent="0">
              <a:lnSpc>
                <a:spcPct val="110000"/>
              </a:lnSpc>
              <a:spcBef>
                <a:spcPts val="2500"/>
              </a:spcBef>
              <a:buFont typeface="Arial" panose="020B0604020202020204" pitchFamily="34" charset="0"/>
              <a:buNone/>
            </a:pPr>
            <a:r>
              <a:rPr lang="en-US" sz="2400" b="1" dirty="0" err="1"/>
              <a:t>Qualité</a:t>
            </a:r>
            <a:r>
              <a:rPr lang="en-US" sz="2400" b="1" dirty="0"/>
              <a:t> </a:t>
            </a:r>
            <a:r>
              <a:rPr lang="en-US" sz="2400" b="1" dirty="0" err="1"/>
              <a:t>améliorée</a:t>
            </a:r>
            <a:endParaRPr lang="en-US" sz="2400" b="1" dirty="0"/>
          </a:p>
          <a:p>
            <a:pPr marL="0" lvl="1" indent="0">
              <a:lnSpc>
                <a:spcPct val="110000"/>
              </a:lnSpc>
              <a:buFont typeface="Arial" panose="020B0604020202020204" pitchFamily="34" charset="0"/>
              <a:buNone/>
            </a:pPr>
            <a:r>
              <a:rPr lang="en-US" sz="1800" dirty="0"/>
              <a:t>Les tests </a:t>
            </a:r>
            <a:r>
              <a:rPr lang="en-US" sz="1800" dirty="0" err="1"/>
              <a:t>automatisés</a:t>
            </a:r>
            <a:r>
              <a:rPr lang="en-US" sz="1800" dirty="0"/>
              <a:t> </a:t>
            </a:r>
            <a:r>
              <a:rPr lang="en-US" sz="1800" dirty="0" err="1"/>
              <a:t>intégrés</a:t>
            </a:r>
            <a:r>
              <a:rPr lang="en-US" sz="1800" dirty="0"/>
              <a:t> </a:t>
            </a:r>
            <a:r>
              <a:rPr lang="en-US" sz="1800" dirty="0" err="1"/>
              <a:t>améliorent</a:t>
            </a:r>
            <a:r>
              <a:rPr lang="en-US" sz="1800" dirty="0"/>
              <a:t> la </a:t>
            </a:r>
            <a:r>
              <a:rPr lang="en-US" sz="1800" dirty="0" err="1"/>
              <a:t>qualité</a:t>
            </a:r>
            <a:r>
              <a:rPr lang="en-US" sz="1800" dirty="0"/>
              <a:t> des </a:t>
            </a:r>
            <a:r>
              <a:rPr lang="en-US" sz="1800" dirty="0" err="1"/>
              <a:t>logiciels</a:t>
            </a:r>
            <a:r>
              <a:rPr lang="en-US" sz="1800" dirty="0"/>
              <a:t> et </a:t>
            </a:r>
            <a:r>
              <a:rPr lang="en-US" sz="1800" dirty="0" err="1"/>
              <a:t>réduisent</a:t>
            </a:r>
            <a:r>
              <a:rPr lang="en-US" sz="1800" dirty="0"/>
              <a:t> les </a:t>
            </a:r>
            <a:r>
              <a:rPr lang="en-US" sz="1800" dirty="0" err="1"/>
              <a:t>erreurs</a:t>
            </a:r>
            <a:r>
              <a:rPr lang="en-US" sz="1800" dirty="0"/>
              <a:t> </a:t>
            </a:r>
            <a:r>
              <a:rPr lang="en-US" sz="1800" dirty="0" err="1"/>
              <a:t>en</a:t>
            </a:r>
            <a:r>
              <a:rPr lang="en-US" sz="1800" dirty="0"/>
              <a:t> production.</a:t>
            </a:r>
          </a:p>
          <a:p>
            <a:pPr marL="0" indent="0">
              <a:lnSpc>
                <a:spcPct val="110000"/>
              </a:lnSpc>
              <a:spcBef>
                <a:spcPts val="2500"/>
              </a:spcBef>
              <a:buFont typeface="Arial" panose="020B0604020202020204" pitchFamily="34" charset="0"/>
              <a:buNone/>
            </a:pPr>
            <a:r>
              <a:rPr lang="en-US" sz="2400" b="1" dirty="0"/>
              <a:t>Collaboration </a:t>
            </a:r>
            <a:r>
              <a:rPr lang="en-US" sz="2400" b="1" dirty="0" err="1"/>
              <a:t>renforcée</a:t>
            </a:r>
            <a:endParaRPr lang="en-US" sz="2400" b="1" dirty="0"/>
          </a:p>
          <a:p>
            <a:pPr marL="0" lvl="1" indent="0">
              <a:lnSpc>
                <a:spcPct val="110000"/>
              </a:lnSpc>
              <a:buFont typeface="Arial" panose="020B0604020202020204" pitchFamily="34" charset="0"/>
              <a:buNone/>
            </a:pPr>
            <a:r>
              <a:rPr lang="en-US" sz="1800" dirty="0"/>
              <a:t>DevOps </a:t>
            </a:r>
            <a:r>
              <a:rPr lang="en-US" sz="1800" dirty="0" err="1"/>
              <a:t>réduit</a:t>
            </a:r>
            <a:r>
              <a:rPr lang="en-US" sz="1800" dirty="0"/>
              <a:t> les silos entre équipes </a:t>
            </a:r>
            <a:r>
              <a:rPr lang="en-US" sz="1800" dirty="0" err="1"/>
              <a:t>en</a:t>
            </a:r>
            <a:r>
              <a:rPr lang="en-US" sz="1800" dirty="0"/>
              <a:t> </a:t>
            </a:r>
            <a:r>
              <a:rPr lang="en-US" sz="1800" dirty="0" err="1"/>
              <a:t>favorisant</a:t>
            </a:r>
            <a:r>
              <a:rPr lang="en-US" sz="1800" dirty="0"/>
              <a:t> la collaboration et la communication continues.</a:t>
            </a:r>
          </a:p>
          <a:p>
            <a:pPr marL="0" indent="0">
              <a:lnSpc>
                <a:spcPct val="110000"/>
              </a:lnSpc>
              <a:spcBef>
                <a:spcPts val="2500"/>
              </a:spcBef>
              <a:buFont typeface="Arial" panose="020B0604020202020204" pitchFamily="34" charset="0"/>
              <a:buNone/>
            </a:pPr>
            <a:r>
              <a:rPr lang="en-US" sz="2400" b="1" dirty="0"/>
              <a:t>Surveillance continue</a:t>
            </a:r>
          </a:p>
          <a:p>
            <a:pPr marL="0" lvl="1" indent="0">
              <a:lnSpc>
                <a:spcPct val="110000"/>
              </a:lnSpc>
              <a:buFont typeface="Arial" panose="020B0604020202020204" pitchFamily="34" charset="0"/>
              <a:buNone/>
            </a:pPr>
            <a:r>
              <a:rPr lang="en-US" sz="1800" dirty="0"/>
              <a:t>La surveillance continue </a:t>
            </a:r>
            <a:r>
              <a:rPr lang="en-US" sz="1800" dirty="0" err="1"/>
              <a:t>améliore</a:t>
            </a:r>
            <a:r>
              <a:rPr lang="en-US" sz="1800" dirty="0"/>
              <a:t> la </a:t>
            </a:r>
            <a:r>
              <a:rPr lang="en-US" sz="1800" dirty="0" err="1"/>
              <a:t>stabilité</a:t>
            </a:r>
            <a:r>
              <a:rPr lang="en-US" sz="1800" dirty="0"/>
              <a:t>, la </a:t>
            </a:r>
            <a:r>
              <a:rPr lang="en-US" sz="1800" dirty="0" err="1"/>
              <a:t>sécurité</a:t>
            </a:r>
            <a:r>
              <a:rPr lang="en-US" sz="1800" dirty="0"/>
              <a:t> et la </a:t>
            </a:r>
            <a:r>
              <a:rPr lang="en-US" sz="1800" dirty="0" err="1"/>
              <a:t>réactivité</a:t>
            </a:r>
            <a:r>
              <a:rPr lang="en-US" sz="1800" dirty="0"/>
              <a:t> des </a:t>
            </a:r>
            <a:r>
              <a:rPr lang="en-US" sz="1800" dirty="0" err="1"/>
              <a:t>systèmes</a:t>
            </a:r>
            <a:r>
              <a:rPr lang="en-US" sz="1800" dirty="0"/>
              <a:t> </a:t>
            </a:r>
            <a:r>
              <a:rPr lang="en-US" sz="1800" dirty="0" err="1"/>
              <a:t>informatiques</a:t>
            </a:r>
            <a:r>
              <a:rPr lang="en-US" sz="1800" dirty="0"/>
              <a:t>.</a:t>
            </a:r>
          </a:p>
        </p:txBody>
      </p:sp>
    </p:spTree>
    <p:extLst>
      <p:ext uri="{BB962C8B-B14F-4D97-AF65-F5344CB8AC3E}">
        <p14:creationId xmlns:p14="http://schemas.microsoft.com/office/powerpoint/2010/main" val="1243045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tx1">
            <a:lumMod val="10000"/>
            <a:lumOff val="9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3653DF-2886-5DDD-2B1B-876218E1A910}"/>
              </a:ext>
            </a:extLst>
          </p:cNvPr>
          <p:cNvSpPr>
            <a:spLocks noGrp="1"/>
          </p:cNvSpPr>
          <p:nvPr>
            <p:ph type="title"/>
          </p:nvPr>
        </p:nvSpPr>
        <p:spPr>
          <a:xfrm>
            <a:off x="6553200" y="381001"/>
            <a:ext cx="3886201" cy="609600"/>
          </a:xfrm>
        </p:spPr>
        <p:txBody>
          <a:bodyPr anchor="b">
            <a:normAutofit/>
          </a:bodyPr>
          <a:lstStyle/>
          <a:p>
            <a:r>
              <a:rPr lang="en-US" dirty="0" err="1"/>
              <a:t>Désavantages</a:t>
            </a:r>
            <a:endParaRPr lang="en-US" dirty="0"/>
          </a:p>
        </p:txBody>
      </p:sp>
      <p:sp>
        <p:nvSpPr>
          <p:cNvPr id="4" name="Content Placeholder 3">
            <a:extLst>
              <a:ext uri="{FF2B5EF4-FFF2-40B4-BE49-F238E27FC236}">
                <a16:creationId xmlns:a16="http://schemas.microsoft.com/office/drawing/2014/main" id="{2AD53A21-BED7-7AED-D57F-626CC72C7B36}"/>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848555" y="1143000"/>
            <a:ext cx="6792069" cy="5168212"/>
          </a:xfrm>
        </p:spPr>
        <p:txBody>
          <a:bodyPr>
            <a:normAutofit lnSpcReduction="10000"/>
          </a:bodyPr>
          <a:lstStyle/>
          <a:p>
            <a:pPr marL="0" indent="0">
              <a:lnSpc>
                <a:spcPct val="110000"/>
              </a:lnSpc>
              <a:spcBef>
                <a:spcPts val="2500"/>
              </a:spcBef>
              <a:buFont typeface="Arial" panose="020B0604020202020204" pitchFamily="34" charset="0"/>
              <a:buNone/>
            </a:pPr>
            <a:r>
              <a:rPr lang="fr-CA" sz="2400" b="1"/>
              <a:t>Complexité et coût initial</a:t>
            </a:r>
          </a:p>
          <a:p>
            <a:pPr marL="0" lvl="1" indent="0">
              <a:lnSpc>
                <a:spcPct val="110000"/>
              </a:lnSpc>
              <a:buFont typeface="Arial" panose="020B0604020202020204" pitchFamily="34" charset="0"/>
              <a:buNone/>
            </a:pPr>
            <a:r>
              <a:rPr lang="fr-CA" sz="1800"/>
              <a:t>La mise en œuvre de DevOps peut être complexe et coûteuse, impliquant des outils spécialisés et une formation approfondie.</a:t>
            </a:r>
          </a:p>
          <a:p>
            <a:pPr marL="0" indent="0">
              <a:lnSpc>
                <a:spcPct val="110000"/>
              </a:lnSpc>
              <a:spcBef>
                <a:spcPts val="2500"/>
              </a:spcBef>
              <a:buFont typeface="Arial" panose="020B0604020202020204" pitchFamily="34" charset="0"/>
              <a:buNone/>
            </a:pPr>
            <a:r>
              <a:rPr lang="fr-CA" sz="2400" b="1"/>
              <a:t>Transformation culturelle</a:t>
            </a:r>
          </a:p>
          <a:p>
            <a:pPr marL="0" lvl="1" indent="0">
              <a:lnSpc>
                <a:spcPct val="110000"/>
              </a:lnSpc>
              <a:buFont typeface="Arial" panose="020B0604020202020204" pitchFamily="34" charset="0"/>
              <a:buNone/>
            </a:pPr>
            <a:r>
              <a:rPr lang="fr-CA" sz="1800"/>
              <a:t>DevOps nécessite un changement culturel majeur, souvent confronté à des résistances internes dans les organisations.</a:t>
            </a:r>
          </a:p>
          <a:p>
            <a:pPr marL="0" indent="0">
              <a:lnSpc>
                <a:spcPct val="110000"/>
              </a:lnSpc>
              <a:spcBef>
                <a:spcPts val="2500"/>
              </a:spcBef>
              <a:buFont typeface="Arial" panose="020B0604020202020204" pitchFamily="34" charset="0"/>
              <a:buNone/>
            </a:pPr>
            <a:r>
              <a:rPr lang="fr-CA" sz="2400" b="1"/>
              <a:t>Risques liés à l’automatisation</a:t>
            </a:r>
          </a:p>
          <a:p>
            <a:pPr marL="0" lvl="1" indent="0">
              <a:lnSpc>
                <a:spcPct val="110000"/>
              </a:lnSpc>
              <a:buFont typeface="Arial" panose="020B0604020202020204" pitchFamily="34" charset="0"/>
              <a:buNone/>
            </a:pPr>
            <a:r>
              <a:rPr lang="fr-CA" sz="1800"/>
              <a:t>Une automatisation mal configurée peut introduire des risques et des vulnérabilités dans les processus DevOps.</a:t>
            </a:r>
          </a:p>
          <a:p>
            <a:pPr marL="0" indent="0">
              <a:lnSpc>
                <a:spcPct val="110000"/>
              </a:lnSpc>
              <a:spcBef>
                <a:spcPts val="2500"/>
              </a:spcBef>
              <a:buFont typeface="Arial" panose="020B0604020202020204" pitchFamily="34" charset="0"/>
              <a:buNone/>
            </a:pPr>
            <a:r>
              <a:rPr lang="fr-CA" sz="2400" b="1"/>
              <a:t>Dépendance aux compétences spécifiques</a:t>
            </a:r>
          </a:p>
          <a:p>
            <a:pPr marL="0" lvl="1" indent="0">
              <a:lnSpc>
                <a:spcPct val="110000"/>
              </a:lnSpc>
              <a:buFont typeface="Arial" panose="020B0604020202020204" pitchFamily="34" charset="0"/>
              <a:buNone/>
            </a:pPr>
            <a:r>
              <a:rPr lang="fr-CA" sz="1800"/>
              <a:t>La dépendance à des outils et compétences spécifiques peut être un obstacle pour les petites organisations.</a:t>
            </a:r>
            <a:endParaRPr lang="fr-CA" sz="1800" dirty="0"/>
          </a:p>
        </p:txBody>
      </p:sp>
      <p:sp>
        <p:nvSpPr>
          <p:cNvPr id="6" name="Espace réservé pour une image  5">
            <a:extLst>
              <a:ext uri="{FF2B5EF4-FFF2-40B4-BE49-F238E27FC236}">
                <a16:creationId xmlns:a16="http://schemas.microsoft.com/office/drawing/2014/main" id="{E8FADC68-514D-ABE5-0817-C8D18000D1FA}"/>
              </a:ext>
            </a:extLst>
          </p:cNvPr>
          <p:cNvSpPr>
            <a:spLocks noGrp="1"/>
          </p:cNvSpPr>
          <p:nvPr>
            <p:ph type="pic" sz="quarter" idx="13"/>
          </p:nvPr>
        </p:nvSpPr>
        <p:spPr/>
        <p:txBody>
          <a:bodyPr/>
          <a:lstStyle/>
          <a:p>
            <a:endParaRPr lang="fr-FR"/>
          </a:p>
        </p:txBody>
      </p:sp>
      <p:sp>
        <p:nvSpPr>
          <p:cNvPr id="7" name="Rectangle 6">
            <a:extLst>
              <a:ext uri="{FF2B5EF4-FFF2-40B4-BE49-F238E27FC236}">
                <a16:creationId xmlns:a16="http://schemas.microsoft.com/office/drawing/2014/main" id="{A9EFF6BD-5B40-9D37-9CEF-0080D312985E}"/>
              </a:ext>
            </a:extLst>
          </p:cNvPr>
          <p:cNvSpPr/>
          <p:nvPr/>
        </p:nvSpPr>
        <p:spPr>
          <a:xfrm>
            <a:off x="533400" y="533399"/>
            <a:ext cx="3886200" cy="5791201"/>
          </a:xfrm>
          <a:prstGeom prst="rect">
            <a:avLst/>
          </a:prstGeom>
          <a:blipFill dpi="0" rotWithShape="1">
            <a:blip r:embed="rId3">
              <a:extLst>
                <a:ext uri="{28A0092B-C50C-407E-A947-70E740481C1C}">
                  <a14:useLocalDpi xmlns:a14="http://schemas.microsoft.com/office/drawing/2010/main" val="0"/>
                </a:ext>
              </a:extLst>
            </a:blip>
            <a:srcRect/>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155733542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tx1">
            <a:lumMod val="10000"/>
            <a:lumOff val="9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E07301-CAD6-525A-B599-F532C9B804BB}"/>
              </a:ext>
            </a:extLst>
          </p:cNvPr>
          <p:cNvSpPr>
            <a:spLocks noGrp="1"/>
          </p:cNvSpPr>
          <p:nvPr>
            <p:ph type="title"/>
          </p:nvPr>
        </p:nvSpPr>
        <p:spPr>
          <a:xfrm>
            <a:off x="6172200" y="533399"/>
            <a:ext cx="4800600" cy="554789"/>
          </a:xfrm>
        </p:spPr>
        <p:txBody>
          <a:bodyPr anchor="b">
            <a:normAutofit/>
          </a:bodyPr>
          <a:lstStyle/>
          <a:p>
            <a:r>
              <a:rPr lang="en-CA" sz="2800" dirty="0" err="1"/>
              <a:t>Exemple</a:t>
            </a:r>
            <a:r>
              <a:rPr lang="en-CA" sz="2800" dirty="0"/>
              <a:t> DevOps : Netflix</a:t>
            </a:r>
            <a:endParaRPr lang="en-US" sz="2700" dirty="0"/>
          </a:p>
        </p:txBody>
      </p:sp>
      <p:pic>
        <p:nvPicPr>
          <p:cNvPr id="5" name="Content Placeholder 4" descr="Penser au progrès, chercher une idée. Homme d’affaires en costume noir avec des engrenages (symbole de progression) au lieu de la tête. Du petit au moyen et au grand rang. Flèche pointant de l’un à l’autre.">
            <a:extLst>
              <a:ext uri="{FF2B5EF4-FFF2-40B4-BE49-F238E27FC236}">
                <a16:creationId xmlns:a16="http://schemas.microsoft.com/office/drawing/2014/main" id="{557599AB-4AEE-4459-9672-ABCC30D3BAB0}"/>
              </a:ext>
            </a:extLst>
          </p:cNvPr>
          <p:cNvPicPr>
            <a:picLocks noGrp="1" noChangeAspect="1"/>
          </p:cNvPicPr>
          <p:nvPr>
            <p:ph type="pic" sz="quarter" idx="13"/>
          </p:nvPr>
        </p:nvPicPr>
        <p:blipFill>
          <a:blip r:embed="rId3"/>
          <a:srcRect l="12688" r="5632" b="1"/>
          <a:stretch>
            <a:fillRect/>
          </a:stretch>
        </p:blipFill>
        <p:spPr>
          <a:xfrm>
            <a:off x="533400" y="533399"/>
            <a:ext cx="4953000" cy="5791199"/>
          </a:xfrm>
          <a:prstGeom prst="rect">
            <a:avLst/>
          </a:prstGeom>
          <a:noFill/>
        </p:spPr>
      </p:pic>
      <p:sp>
        <p:nvSpPr>
          <p:cNvPr id="4" name="Content Placeholder 3">
            <a:extLst>
              <a:ext uri="{FF2B5EF4-FFF2-40B4-BE49-F238E27FC236}">
                <a16:creationId xmlns:a16="http://schemas.microsoft.com/office/drawing/2014/main" id="{F71EFB99-AC86-96B4-953F-2EAA730FC745}"/>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83086" y="1714498"/>
            <a:ext cx="5271051" cy="3429000"/>
          </a:xfrm>
        </p:spPr>
        <p:txBody>
          <a:bodyPr>
            <a:normAutofit/>
          </a:bodyPr>
          <a:lstStyle/>
          <a:p>
            <a:pPr>
              <a:lnSpc>
                <a:spcPct val="200000"/>
              </a:lnSpc>
              <a:defRPr sz="2000"/>
            </a:pPr>
            <a:r>
              <a:rPr lang="fr-CA" sz="2000" dirty="0"/>
              <a:t>• Automatisation des déploiements et tests</a:t>
            </a:r>
            <a:br>
              <a:rPr lang="fr-CA" sz="2000" dirty="0"/>
            </a:br>
            <a:r>
              <a:rPr lang="fr-CA" sz="2000" dirty="0"/>
              <a:t>• Cloud AWS pour flexibilité et disponibilité</a:t>
            </a:r>
            <a:br>
              <a:rPr lang="fr-CA" sz="2000" dirty="0"/>
            </a:br>
            <a:r>
              <a:rPr lang="fr-CA" sz="2000" dirty="0"/>
              <a:t>• Collaboration Dev + Ops</a:t>
            </a:r>
            <a:br>
              <a:rPr lang="fr-CA" sz="2000" dirty="0"/>
            </a:br>
            <a:r>
              <a:rPr lang="fr-CA" sz="2000" dirty="0"/>
              <a:t>• Chaos Engineering (ex: Chaos Monkey)</a:t>
            </a:r>
            <a:br>
              <a:rPr lang="fr-CA" sz="2000" dirty="0"/>
            </a:br>
            <a:r>
              <a:rPr lang="fr-CA" sz="2000" dirty="0"/>
              <a:t>• Pipeline CI/CD pour mises à jour rapides</a:t>
            </a:r>
          </a:p>
        </p:txBody>
      </p:sp>
    </p:spTree>
    <p:extLst>
      <p:ext uri="{BB962C8B-B14F-4D97-AF65-F5344CB8AC3E}">
        <p14:creationId xmlns:p14="http://schemas.microsoft.com/office/powerpoint/2010/main" val="224934341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3BEE77-3167-1E4B-0296-BD558AD8B143}"/>
              </a:ext>
            </a:extLst>
          </p:cNvPr>
          <p:cNvSpPr>
            <a:spLocks noGrp="1"/>
          </p:cNvSpPr>
          <p:nvPr>
            <p:ph type="title"/>
          </p:nvPr>
        </p:nvSpPr>
        <p:spPr>
          <a:xfrm>
            <a:off x="3596640" y="2590800"/>
            <a:ext cx="4998720" cy="1020191"/>
          </a:xfrm>
        </p:spPr>
        <p:txBody>
          <a:bodyPr anchor="b">
            <a:normAutofit/>
          </a:bodyPr>
          <a:lstStyle/>
          <a:p>
            <a:r>
              <a:rPr lang="en-US" dirty="0"/>
              <a:t>CONCLUSION</a:t>
            </a:r>
          </a:p>
        </p:txBody>
      </p:sp>
    </p:spTree>
    <p:extLst>
      <p:ext uri="{BB962C8B-B14F-4D97-AF65-F5344CB8AC3E}">
        <p14:creationId xmlns:p14="http://schemas.microsoft.com/office/powerpoint/2010/main" val="284908925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tx1">
            <a:lumMod val="10000"/>
            <a:lumOff val="9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3F945C-8D29-000B-52BC-34203195581E}"/>
              </a:ext>
            </a:extLst>
          </p:cNvPr>
          <p:cNvSpPr>
            <a:spLocks noGrp="1"/>
          </p:cNvSpPr>
          <p:nvPr>
            <p:ph type="title"/>
          </p:nvPr>
        </p:nvSpPr>
        <p:spPr>
          <a:xfrm>
            <a:off x="402336" y="152401"/>
            <a:ext cx="6800402" cy="990600"/>
          </a:xfrm>
        </p:spPr>
        <p:txBody>
          <a:bodyPr anchor="t">
            <a:normAutofit/>
          </a:bodyPr>
          <a:lstStyle/>
          <a:p>
            <a:pPr algn="ctr"/>
            <a:r>
              <a:rPr lang="en-US" sz="2800" dirty="0"/>
              <a:t>Top 3 </a:t>
            </a:r>
            <a:r>
              <a:rPr lang="en-US" sz="2800" dirty="0" err="1"/>
              <a:t>méthodes</a:t>
            </a:r>
            <a:r>
              <a:rPr lang="en-US" sz="2800" dirty="0"/>
              <a:t> de </a:t>
            </a:r>
            <a:r>
              <a:rPr lang="en-US" sz="2800" dirty="0" err="1"/>
              <a:t>développement</a:t>
            </a:r>
            <a:r>
              <a:rPr lang="en-US" sz="2800" dirty="0"/>
              <a:t> au Canada</a:t>
            </a:r>
          </a:p>
        </p:txBody>
      </p:sp>
      <p:sp>
        <p:nvSpPr>
          <p:cNvPr id="4" name="Content Placeholder 3">
            <a:extLst>
              <a:ext uri="{FF2B5EF4-FFF2-40B4-BE49-F238E27FC236}">
                <a16:creationId xmlns:a16="http://schemas.microsoft.com/office/drawing/2014/main" id="{7279B8FA-EA86-0FE1-F3D3-6D598BD0EB8A}"/>
              </a:ext>
            </a:extLst>
          </p:cNvPr>
          <p:cNvSpPr>
            <a:spLocks noGrp="1"/>
          </p:cNvSpPr>
          <p:nvPr>
            <p:ph sz="quarter" idx="13"/>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02336" y="1143001"/>
            <a:ext cx="6800402" cy="5486399"/>
          </a:xfrm>
        </p:spPr>
        <p:txBody>
          <a:bodyPr>
            <a:noAutofit/>
          </a:bodyPr>
          <a:lstStyle/>
          <a:p>
            <a:pPr marL="0" indent="0">
              <a:spcBef>
                <a:spcPts val="2500"/>
              </a:spcBef>
              <a:buFont typeface="Arial" panose="020B0604020202020204" pitchFamily="34" charset="0"/>
              <a:buNone/>
            </a:pPr>
            <a:r>
              <a:rPr lang="en-US" sz="2400" b="1" dirty="0" err="1"/>
              <a:t>Méthode</a:t>
            </a:r>
            <a:r>
              <a:rPr lang="en-US" sz="2400" b="1" dirty="0"/>
              <a:t> Agile</a:t>
            </a:r>
          </a:p>
          <a:p>
            <a:pPr marL="0" lvl="1" indent="0">
              <a:buFont typeface="Arial" panose="020B0604020202020204" pitchFamily="34" charset="0"/>
              <a:buNone/>
            </a:pPr>
            <a:r>
              <a:rPr lang="en-US" dirty="0"/>
              <a:t>Agile est très </a:t>
            </a:r>
            <a:r>
              <a:rPr lang="en-US" dirty="0" err="1"/>
              <a:t>apprécié</a:t>
            </a:r>
            <a:r>
              <a:rPr lang="en-US" dirty="0"/>
              <a:t> pour </a:t>
            </a:r>
            <a:r>
              <a:rPr lang="en-US" dirty="0" err="1"/>
              <a:t>sa</a:t>
            </a:r>
            <a:r>
              <a:rPr lang="en-US" dirty="0"/>
              <a:t> </a:t>
            </a:r>
            <a:r>
              <a:rPr lang="en-US" dirty="0" err="1"/>
              <a:t>flexibilité</a:t>
            </a:r>
            <a:r>
              <a:rPr lang="en-US" dirty="0"/>
              <a:t> et son focus sur les </a:t>
            </a:r>
            <a:r>
              <a:rPr lang="en-US" dirty="0" err="1"/>
              <a:t>besoins</a:t>
            </a:r>
            <a:r>
              <a:rPr lang="en-US" dirty="0"/>
              <a:t> clients dans le </a:t>
            </a:r>
            <a:r>
              <a:rPr lang="en-US" dirty="0" err="1"/>
              <a:t>développement</a:t>
            </a:r>
            <a:r>
              <a:rPr lang="en-US" dirty="0"/>
              <a:t> </a:t>
            </a:r>
            <a:r>
              <a:rPr lang="en-US" dirty="0" err="1"/>
              <a:t>logiciel</a:t>
            </a:r>
            <a:r>
              <a:rPr lang="en-US" dirty="0"/>
              <a:t> (</a:t>
            </a:r>
            <a:r>
              <a:rPr lang="en-CA" dirty="0"/>
              <a:t>Banques, startups, </a:t>
            </a:r>
            <a:r>
              <a:rPr lang="en-CA" dirty="0" err="1"/>
              <a:t>gouvernement</a:t>
            </a:r>
            <a:r>
              <a:rPr lang="en-CA" dirty="0"/>
              <a:t>, </a:t>
            </a:r>
            <a:r>
              <a:rPr lang="en-CA" dirty="0" err="1"/>
              <a:t>télécoms</a:t>
            </a:r>
            <a:r>
              <a:rPr lang="en-CA" dirty="0"/>
              <a:t>)</a:t>
            </a:r>
            <a:r>
              <a:rPr lang="en-US" dirty="0"/>
              <a:t>.</a:t>
            </a:r>
          </a:p>
          <a:p>
            <a:pPr marL="0" indent="0">
              <a:spcBef>
                <a:spcPts val="2500"/>
              </a:spcBef>
              <a:buFont typeface="Arial" panose="020B0604020202020204" pitchFamily="34" charset="0"/>
              <a:buNone/>
            </a:pPr>
            <a:r>
              <a:rPr lang="en-US" sz="2400" b="1" dirty="0" err="1"/>
              <a:t>Méthode</a:t>
            </a:r>
            <a:r>
              <a:rPr lang="en-US" sz="2400" b="1" dirty="0"/>
              <a:t> DevOps</a:t>
            </a:r>
          </a:p>
          <a:p>
            <a:pPr marL="0" lvl="1" indent="0">
              <a:buFont typeface="Arial" panose="020B0604020202020204" pitchFamily="34" charset="0"/>
              <a:buNone/>
            </a:pPr>
            <a:r>
              <a:rPr lang="en-US" dirty="0"/>
              <a:t>DevOps </a:t>
            </a:r>
            <a:r>
              <a:rPr lang="en-US" dirty="0" err="1"/>
              <a:t>accélère</a:t>
            </a:r>
            <a:r>
              <a:rPr lang="en-US" dirty="0"/>
              <a:t> les livraisons </a:t>
            </a:r>
            <a:r>
              <a:rPr lang="en-US" dirty="0" err="1"/>
              <a:t>en</a:t>
            </a:r>
            <a:r>
              <a:rPr lang="en-US" dirty="0"/>
              <a:t> </a:t>
            </a:r>
            <a:r>
              <a:rPr lang="en-US" dirty="0" err="1"/>
              <a:t>favorisant</a:t>
            </a:r>
            <a:r>
              <a:rPr lang="en-US" dirty="0"/>
              <a:t> la collaboration entre </a:t>
            </a:r>
            <a:r>
              <a:rPr lang="en-US" dirty="0" err="1"/>
              <a:t>développement</a:t>
            </a:r>
            <a:r>
              <a:rPr lang="en-US" dirty="0"/>
              <a:t> et operations (Banques, </a:t>
            </a:r>
            <a:r>
              <a:rPr lang="en-US" dirty="0" err="1"/>
              <a:t>entreprises</a:t>
            </a:r>
            <a:r>
              <a:rPr lang="en-US" dirty="0"/>
              <a:t> </a:t>
            </a:r>
            <a:r>
              <a:rPr lang="en-US" dirty="0" err="1"/>
              <a:t>technologiques</a:t>
            </a:r>
            <a:r>
              <a:rPr lang="en-US" dirty="0"/>
              <a:t>, </a:t>
            </a:r>
            <a:r>
              <a:rPr lang="en-CA" dirty="0" err="1"/>
              <a:t>télécommunications</a:t>
            </a:r>
            <a:r>
              <a:rPr lang="en-CA" dirty="0"/>
              <a:t>, </a:t>
            </a:r>
            <a:r>
              <a:rPr lang="en-CA" dirty="0" err="1"/>
              <a:t>gouvernement</a:t>
            </a:r>
            <a:r>
              <a:rPr lang="en-CA" dirty="0"/>
              <a:t> et </a:t>
            </a:r>
            <a:r>
              <a:rPr lang="en-CA" dirty="0" err="1"/>
              <a:t>agences</a:t>
            </a:r>
            <a:r>
              <a:rPr lang="en-CA" dirty="0"/>
              <a:t> </a:t>
            </a:r>
            <a:r>
              <a:rPr lang="en-CA" dirty="0" err="1"/>
              <a:t>publiques</a:t>
            </a:r>
            <a:r>
              <a:rPr lang="en-CA" dirty="0"/>
              <a:t>)</a:t>
            </a:r>
            <a:r>
              <a:rPr lang="en-US" dirty="0"/>
              <a:t>.</a:t>
            </a:r>
          </a:p>
          <a:p>
            <a:pPr marL="0" indent="0">
              <a:spcBef>
                <a:spcPts val="2500"/>
              </a:spcBef>
              <a:buFont typeface="Arial" panose="020B0604020202020204" pitchFamily="34" charset="0"/>
              <a:buNone/>
            </a:pPr>
            <a:r>
              <a:rPr lang="en-US" sz="2400" b="1" dirty="0" err="1"/>
              <a:t>Méthode</a:t>
            </a:r>
            <a:r>
              <a:rPr lang="en-US" sz="2400" b="1" dirty="0"/>
              <a:t> Waterfall</a:t>
            </a:r>
          </a:p>
          <a:p>
            <a:pPr marL="0" lvl="1" indent="0">
              <a:buFont typeface="Arial" panose="020B0604020202020204" pitchFamily="34" charset="0"/>
              <a:buNone/>
            </a:pPr>
            <a:r>
              <a:rPr lang="en-US" dirty="0"/>
              <a:t>Waterfall est </a:t>
            </a:r>
            <a:r>
              <a:rPr lang="en-US" dirty="0" err="1"/>
              <a:t>utilisé</a:t>
            </a:r>
            <a:r>
              <a:rPr lang="en-US" dirty="0"/>
              <a:t> pour des </a:t>
            </a:r>
            <a:r>
              <a:rPr lang="en-US" dirty="0" err="1"/>
              <a:t>projets</a:t>
            </a:r>
            <a:r>
              <a:rPr lang="en-US" dirty="0"/>
              <a:t> aux exigences stables grâce à son </a:t>
            </a:r>
            <a:r>
              <a:rPr lang="en-US" dirty="0" err="1"/>
              <a:t>approche</a:t>
            </a:r>
            <a:r>
              <a:rPr lang="en-US" dirty="0"/>
              <a:t> </a:t>
            </a:r>
            <a:r>
              <a:rPr lang="en-US" dirty="0" err="1"/>
              <a:t>séquentielle</a:t>
            </a:r>
            <a:r>
              <a:rPr lang="en-US" dirty="0"/>
              <a:t> </a:t>
            </a:r>
            <a:r>
              <a:rPr lang="en-US" dirty="0" err="1"/>
              <a:t>traditionnelle</a:t>
            </a:r>
            <a:r>
              <a:rPr lang="en-US" dirty="0"/>
              <a:t> (</a:t>
            </a:r>
            <a:r>
              <a:rPr lang="en-CA" dirty="0" err="1"/>
              <a:t>Projets</a:t>
            </a:r>
            <a:r>
              <a:rPr lang="en-CA" dirty="0"/>
              <a:t> </a:t>
            </a:r>
            <a:r>
              <a:rPr lang="en-CA" dirty="0" err="1"/>
              <a:t>réglementés</a:t>
            </a:r>
            <a:r>
              <a:rPr lang="en-CA" dirty="0"/>
              <a:t>, infrastructure, </a:t>
            </a:r>
            <a:r>
              <a:rPr lang="en-CA" dirty="0" err="1"/>
              <a:t>gouvernement</a:t>
            </a:r>
            <a:r>
              <a:rPr lang="en-CA" dirty="0"/>
              <a:t>)</a:t>
            </a:r>
            <a:r>
              <a:rPr lang="en-US" dirty="0"/>
              <a:t>.</a:t>
            </a:r>
          </a:p>
        </p:txBody>
      </p:sp>
      <p:pic>
        <p:nvPicPr>
          <p:cNvPr id="5" name="Content Placeholder 4" descr="Il se tient à la base et s’élève en flèche">
            <a:extLst>
              <a:ext uri="{FF2B5EF4-FFF2-40B4-BE49-F238E27FC236}">
                <a16:creationId xmlns:a16="http://schemas.microsoft.com/office/drawing/2014/main" id="{E86078A5-E46B-4AE1-87CC-BB2AC1CD91BD}"/>
              </a:ext>
            </a:extLst>
          </p:cNvPr>
          <p:cNvPicPr>
            <a:picLocks noGrp="1" noChangeAspect="1"/>
          </p:cNvPicPr>
          <p:nvPr>
            <p:ph type="pic" sz="quarter" idx="14"/>
          </p:nvPr>
        </p:nvPicPr>
        <p:blipFill>
          <a:blip r:embed="rId3"/>
          <a:srcRect l="10686" r="5981"/>
          <a:stretch>
            <a:fillRect/>
          </a:stretch>
        </p:blipFill>
        <p:spPr>
          <a:xfrm>
            <a:off x="7619999" y="228599"/>
            <a:ext cx="4343401" cy="6324601"/>
          </a:xfrm>
          <a:prstGeom prst="rect">
            <a:avLst/>
          </a:prstGeom>
          <a:noFill/>
        </p:spPr>
      </p:pic>
    </p:spTree>
    <p:extLst>
      <p:ext uri="{BB962C8B-B14F-4D97-AF65-F5344CB8AC3E}">
        <p14:creationId xmlns:p14="http://schemas.microsoft.com/office/powerpoint/2010/main" val="364684388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43EBE2-18EF-AB09-BAA7-5BD2EE8FF3BC}"/>
              </a:ext>
            </a:extLst>
          </p:cNvPr>
          <p:cNvSpPr>
            <a:spLocks noGrp="1"/>
          </p:cNvSpPr>
          <p:nvPr>
            <p:ph type="title"/>
          </p:nvPr>
        </p:nvSpPr>
        <p:spPr>
          <a:xfrm>
            <a:off x="6768549" y="512011"/>
            <a:ext cx="5271051" cy="783389"/>
          </a:xfrm>
        </p:spPr>
        <p:txBody>
          <a:bodyPr anchor="b">
            <a:normAutofit/>
          </a:bodyPr>
          <a:lstStyle/>
          <a:p>
            <a:r>
              <a:rPr lang="en-US" dirty="0"/>
              <a:t>Ce </a:t>
            </a:r>
            <a:r>
              <a:rPr lang="en-US" dirty="0" err="1"/>
              <a:t>que</a:t>
            </a:r>
            <a:r>
              <a:rPr lang="en-US" dirty="0"/>
              <a:t> nous </a:t>
            </a:r>
            <a:r>
              <a:rPr lang="en-US" dirty="0" err="1"/>
              <a:t>avons</a:t>
            </a:r>
            <a:r>
              <a:rPr lang="en-US" dirty="0"/>
              <a:t> </a:t>
            </a:r>
            <a:r>
              <a:rPr lang="en-US" dirty="0" err="1"/>
              <a:t>appris</a:t>
            </a:r>
            <a:endParaRPr lang="en-US" dirty="0"/>
          </a:p>
        </p:txBody>
      </p:sp>
      <p:pic>
        <p:nvPicPr>
          <p:cNvPr id="5" name="Content Placeholder 4" descr="Génie des affaires">
            <a:extLst>
              <a:ext uri="{FF2B5EF4-FFF2-40B4-BE49-F238E27FC236}">
                <a16:creationId xmlns:a16="http://schemas.microsoft.com/office/drawing/2014/main" id="{4B98EBC7-CE85-4948-A87B-A5D172E03513}"/>
              </a:ext>
            </a:extLst>
          </p:cNvPr>
          <p:cNvPicPr>
            <a:picLocks noGrp="1" noChangeAspect="1"/>
          </p:cNvPicPr>
          <p:nvPr>
            <p:ph type="pic" sz="quarter" idx="13"/>
          </p:nvPr>
        </p:nvPicPr>
        <p:blipFill>
          <a:blip r:embed="rId3"/>
          <a:srcRect l="6079" r="8264" b="1"/>
          <a:stretch>
            <a:fillRect/>
          </a:stretch>
        </p:blipFill>
        <p:spPr>
          <a:xfrm>
            <a:off x="533400" y="533399"/>
            <a:ext cx="5943600" cy="5791199"/>
          </a:xfrm>
          <a:prstGeom prst="rect">
            <a:avLst/>
          </a:prstGeom>
          <a:noFill/>
        </p:spPr>
      </p:pic>
      <p:sp>
        <p:nvSpPr>
          <p:cNvPr id="4" name="Content Placeholder 3">
            <a:extLst>
              <a:ext uri="{FF2B5EF4-FFF2-40B4-BE49-F238E27FC236}">
                <a16:creationId xmlns:a16="http://schemas.microsoft.com/office/drawing/2014/main" id="{CC662D45-52A5-A546-4404-EE21CF1A768E}"/>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781800" y="2170611"/>
            <a:ext cx="4890051" cy="4162372"/>
          </a:xfrm>
        </p:spPr>
        <p:txBody>
          <a:bodyPr>
            <a:normAutofit/>
          </a:bodyPr>
          <a:lstStyle/>
          <a:p>
            <a:pPr marL="0" indent="0">
              <a:spcBef>
                <a:spcPts val="2500"/>
              </a:spcBef>
              <a:buFont typeface="Arial" panose="020B0604020202020204" pitchFamily="34" charset="0"/>
              <a:buNone/>
            </a:pPr>
            <a:r>
              <a:rPr lang="en-US" sz="2400" b="1" dirty="0"/>
              <a:t>Collaboration entre équipes</a:t>
            </a:r>
          </a:p>
          <a:p>
            <a:pPr marL="0" indent="0">
              <a:spcBef>
                <a:spcPts val="2500"/>
              </a:spcBef>
              <a:buFont typeface="Arial" panose="020B0604020202020204" pitchFamily="34" charset="0"/>
              <a:buNone/>
            </a:pPr>
            <a:r>
              <a:rPr lang="en-US" sz="2400" b="1" dirty="0" err="1"/>
              <a:t>Automatisation</a:t>
            </a:r>
            <a:r>
              <a:rPr lang="en-US" sz="2400" b="1" dirty="0"/>
              <a:t> et </a:t>
            </a:r>
            <a:r>
              <a:rPr lang="en-US" sz="2400" b="1" dirty="0" err="1"/>
              <a:t>adaptabilité</a:t>
            </a:r>
            <a:endParaRPr lang="en-US" sz="2400" b="1" dirty="0"/>
          </a:p>
          <a:p>
            <a:pPr marL="0" indent="0">
              <a:spcBef>
                <a:spcPts val="2500"/>
              </a:spcBef>
              <a:buFont typeface="Arial" panose="020B0604020202020204" pitchFamily="34" charset="0"/>
              <a:buNone/>
            </a:pPr>
            <a:r>
              <a:rPr lang="en-US" sz="2400" b="1" dirty="0"/>
              <a:t>Choix </a:t>
            </a:r>
            <a:r>
              <a:rPr lang="en-US" sz="2400" b="1" dirty="0" err="1"/>
              <a:t>méthodologique</a:t>
            </a:r>
            <a:r>
              <a:rPr lang="en-US" sz="2400" b="1" dirty="0"/>
              <a:t> </a:t>
            </a:r>
            <a:r>
              <a:rPr lang="en-US" sz="2400" b="1" dirty="0" err="1"/>
              <a:t>contextuel</a:t>
            </a:r>
            <a:endParaRPr lang="en-US" sz="2400" b="1" dirty="0"/>
          </a:p>
        </p:txBody>
      </p:sp>
    </p:spTree>
    <p:extLst>
      <p:ext uri="{BB962C8B-B14F-4D97-AF65-F5344CB8AC3E}">
        <p14:creationId xmlns:p14="http://schemas.microsoft.com/office/powerpoint/2010/main" val="145534010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theme/theme1.xml><?xml version="1.0" encoding="utf-8"?>
<a:theme xmlns:a="http://schemas.openxmlformats.org/drawingml/2006/main" name="Lignes">
  <a:themeElements>
    <a:clrScheme name="Lines">
      <a:dk1>
        <a:srgbClr val="0F0F0F"/>
      </a:dk1>
      <a:lt1>
        <a:sysClr val="window" lastClr="FFFFFF"/>
      </a:lt1>
      <a:dk2>
        <a:srgbClr val="0A242A"/>
      </a:dk2>
      <a:lt2>
        <a:srgbClr val="F5F2ED"/>
      </a:lt2>
      <a:accent1>
        <a:srgbClr val="E45730"/>
      </a:accent1>
      <a:accent2>
        <a:srgbClr val="27717D"/>
      </a:accent2>
      <a:accent3>
        <a:srgbClr val="8CA8B5"/>
      </a:accent3>
      <a:accent4>
        <a:srgbClr val="607381"/>
      </a:accent4>
      <a:accent5>
        <a:srgbClr val="A39990"/>
      </a:accent5>
      <a:accent6>
        <a:srgbClr val="BA3106"/>
      </a:accent6>
      <a:hlink>
        <a:srgbClr val="E45730"/>
      </a:hlink>
      <a:folHlink>
        <a:srgbClr val="24717F"/>
      </a:folHlink>
    </a:clrScheme>
    <a:fontScheme name="Univers Condensed Arial Light">
      <a:majorFont>
        <a:latin typeface="Univers Condensed"/>
        <a:ea typeface=""/>
        <a:cs typeface=""/>
      </a:majorFont>
      <a:minorFont>
        <a:latin typeface="Arial Nova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Lines" id="{656B2F94-71EE-4F5F-8AB6-423A33239BAD}" vid="{CD481196-1649-4740-8CB7-70D8662C6A2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F70BD21B179B1749B10B6700D890B8C6" ma:contentTypeVersion="30" ma:contentTypeDescription="Create a new document." ma:contentTypeScope="" ma:versionID="a13b221ee5b949bd1d4a5301a6f516f4">
  <xsd:schema xmlns:xsd="http://www.w3.org/2001/XMLSchema" xmlns:xs="http://www.w3.org/2001/XMLSchema" xmlns:p="http://schemas.microsoft.com/office/2006/metadata/properties" xmlns:ns1="http://schemas.microsoft.com/sharepoint/v3" xmlns:ns2="9e626b82-2e62-4b56-b4f0-2eb243f478f4" xmlns:ns3="230e9df3-be65-4c73-a93b-d1236ebd677e" xmlns:ns4="543e3375-4853-4ccc-a3e2-1512ebb9cffd" targetNamespace="http://schemas.microsoft.com/office/2006/metadata/properties" ma:root="true" ma:fieldsID="233e7f4977957a9e20bc87caea750b4e" ns1:_="" ns2:_="" ns3:_="" ns4:_="">
    <xsd:import namespace="http://schemas.microsoft.com/sharepoint/v3"/>
    <xsd:import namespace="9e626b82-2e62-4b56-b4f0-2eb243f478f4"/>
    <xsd:import namespace="230e9df3-be65-4c73-a93b-d1236ebd677e"/>
    <xsd:import namespace="543e3375-4853-4ccc-a3e2-1512ebb9cffd"/>
    <xsd:element name="properties">
      <xsd:complexType>
        <xsd:sequence>
          <xsd:element name="documentManagement">
            <xsd:complexType>
              <xsd:all>
                <xsd:element ref="ns2:MediaServiceMetadata" minOccurs="0"/>
                <xsd:element ref="ns2:MediaServiceFastMetadata" minOccurs="0"/>
                <xsd:element ref="ns2:MediaServiceGenerationTime" minOccurs="0"/>
                <xsd:element ref="ns2:MediaServiceEventHashCode" minOccurs="0"/>
                <xsd:element ref="ns2:MediaServiceOCR" minOccurs="0"/>
                <xsd:element ref="ns2:lcf76f155ced4ddcb4097134ff3c332f" minOccurs="0"/>
                <xsd:element ref="ns3:TaxCatchAll" minOccurs="0"/>
                <xsd:element ref="ns4:SharedWithUsers" minOccurs="0"/>
                <xsd:element ref="ns4:SharedWithDetails" minOccurs="0"/>
                <xsd:element ref="ns2:MediaServiceAutoKeyPoints" minOccurs="0"/>
                <xsd:element ref="ns2:MediaServiceKeyPoints" minOccurs="0"/>
                <xsd:element ref="ns2:MediaServiceSearchProperties" minOccurs="0"/>
                <xsd:element ref="ns1:_ip_UnifiedCompliancePolicyProperties" minOccurs="0"/>
                <xsd:element ref="ns1:_ip_UnifiedCompliancePolicyUIAction" minOccurs="0"/>
                <xsd:element ref="ns2:MediaServiceDocTags" minOccurs="0"/>
                <xsd:element ref="ns2:MediaServiceDateTaken" minOccurs="0"/>
                <xsd:element ref="ns2:MediaLengthInSeconds" minOccurs="0"/>
                <xsd:element ref="ns2:MediaServiceObjectDetectorVersions" minOccurs="0"/>
                <xsd:element ref="ns2:MediaServiceSystemTags" minOccurs="0"/>
                <xsd:element ref="ns2:Styletags_x0028_include1_x002d_3_x0029_" minOccurs="0"/>
                <xsd:element ref="ns2:Vertical" minOccurs="0"/>
                <xsd:element ref="ns2:Intent" minOccurs="0"/>
                <xsd:element ref="ns2:Thumbnail"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1" nillable="true" ma:displayName="Unified Compliance Policy Properties" ma:hidden="true" ma:internalName="_ip_UnifiedCompliancePolicyProperties">
      <xsd:simpleType>
        <xsd:restriction base="dms:Note"/>
      </xsd:simpleType>
    </xsd:element>
    <xsd:element name="_ip_UnifiedCompliancePolicyUIAction" ma:index="22"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e626b82-2e62-4b56-b4f0-2eb243f478f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GenerationTime" ma:index="10" nillable="true" ma:displayName="MediaServiceGenerationTime" ma:hidden="true" ma:internalName="MediaServiceGenerationTime" ma:readOnly="true">
      <xsd:simpleType>
        <xsd:restriction base="dms:Text"/>
      </xsd:simpleType>
    </xsd:element>
    <xsd:element name="MediaServiceEventHashCode" ma:index="11" nillable="true" ma:displayName="MediaServiceEventHashCode" ma:hidden="true" ma:internalName="MediaServiceEventHashCode" ma:readOnly="true">
      <xsd:simpleType>
        <xsd:restriction base="dms:Text"/>
      </xsd:simpleType>
    </xsd:element>
    <xsd:element name="MediaServiceOCR" ma:index="12" nillable="true" ma:displayName="Extracted Text" ma:internalName="MediaServiceOCR" ma:readOnly="true">
      <xsd:simpleType>
        <xsd:restriction base="dms:Note">
          <xsd:maxLength value="255"/>
        </xsd:restriction>
      </xsd:simpleType>
    </xsd:element>
    <xsd:element name="lcf76f155ced4ddcb4097134ff3c332f" ma:index="14" nillable="true" ma:taxonomy="true" ma:internalName="lcf76f155ced4ddcb4097134ff3c332f"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MediaServiceSearchProperties" ma:index="20" nillable="true" ma:displayName="MediaServiceSearchProperties" ma:hidden="true" ma:internalName="MediaServiceSearchProperties" ma:readOnly="true">
      <xsd:simpleType>
        <xsd:restriction base="dms:Note"/>
      </xsd:simpleType>
    </xsd:element>
    <xsd:element name="MediaServiceDocTags" ma:index="23" nillable="true" ma:displayName="MediaServiceDocTags" ma:hidden="true" ma:internalName="MediaServiceDocTags" ma:readOnly="true">
      <xsd:simpleType>
        <xsd:restriction base="dms:Note"/>
      </xsd:simpleType>
    </xsd:element>
    <xsd:element name="MediaServiceDateTaken" ma:index="24" nillable="true" ma:displayName="MediaServiceDateTaken" ma:hidden="true" ma:indexed="true" ma:internalName="MediaServiceDateTaken" ma:readOnly="true">
      <xsd:simpleType>
        <xsd:restriction base="dms:Text"/>
      </xsd:simpleType>
    </xsd:element>
    <xsd:element name="MediaLengthInSeconds" ma:index="25" nillable="true" ma:displayName="MediaLengthInSeconds" ma:hidden="true" ma:internalName="MediaLengthInSeconds" ma:readOnly="true">
      <xsd:simpleType>
        <xsd:restriction base="dms:Unknown"/>
      </xsd:simpleType>
    </xsd:element>
    <xsd:element name="MediaServiceObjectDetectorVersions" ma:index="26" nillable="true" ma:displayName="MediaServiceObjectDetectorVersions" ma:hidden="true" ma:indexed="true" ma:internalName="MediaServiceObjectDetectorVersions" ma:readOnly="true">
      <xsd:simpleType>
        <xsd:restriction base="dms:Text"/>
      </xsd:simpleType>
    </xsd:element>
    <xsd:element name="MediaServiceSystemTags" ma:index="27" nillable="true" ma:displayName="MediaServiceSystemTags" ma:hidden="true" ma:internalName="MediaServiceSystemTags" ma:readOnly="true">
      <xsd:simpleType>
        <xsd:restriction base="dms:Note"/>
      </xsd:simpleType>
    </xsd:element>
    <xsd:element name="Styletags_x0028_include1_x002d_3_x0029_" ma:index="28" nillable="true" ma:displayName="Style tags (include 1 - 3)" ma:format="Dropdown" ma:internalName="Styletags_x0028_include1_x002d_3_x0029_">
      <xsd:simpleType>
        <xsd:restriction base="dms:Text">
          <xsd:maxLength value="255"/>
        </xsd:restriction>
      </xsd:simpleType>
    </xsd:element>
    <xsd:element name="Vertical" ma:index="29" nillable="true" ma:displayName="Vertical" ma:format="Dropdown" ma:internalName="Vertical">
      <xsd:complexType>
        <xsd:complexContent>
          <xsd:extension base="dms:MultiChoice">
            <xsd:sequence>
              <xsd:element name="Value" maxOccurs="unbounded" minOccurs="0" nillable="true">
                <xsd:simpleType>
                  <xsd:restriction base="dms:Choice">
                    <xsd:enumeration value="Animals &amp; pets"/>
                    <xsd:enumeration value="Art &amp; design"/>
                    <xsd:enumeration value="Beauty"/>
                    <xsd:enumeration value="Business"/>
                    <xsd:enumeration value="Fashion"/>
                    <xsd:enumeration value="Floral &amp; garden"/>
                    <xsd:enumeration value="Food &amp; drink"/>
                    <xsd:enumeration value="General"/>
                    <xsd:enumeration value="Health &amp; fitness"/>
                  </xsd:restriction>
                </xsd:simpleType>
              </xsd:element>
            </xsd:sequence>
          </xsd:extension>
        </xsd:complexContent>
      </xsd:complexType>
    </xsd:element>
    <xsd:element name="Intent" ma:index="30" nillable="true" ma:displayName="Intent" ma:format="Dropdown" ma:internalName="Intent">
      <xsd:complexType>
        <xsd:complexContent>
          <xsd:extension base="dms:MultiChoice">
            <xsd:sequence>
              <xsd:element name="Value" maxOccurs="unbounded" minOccurs="0" nillable="true">
                <xsd:simpleType>
                  <xsd:restriction base="dms:Choice">
                    <xsd:enumeration value="About me"/>
                    <xsd:enumeration value="Activism"/>
                    <xsd:enumeration value="Announcement - event"/>
                    <xsd:enumeration value="Announcement - product"/>
                    <xsd:enumeration value="Business"/>
                    <xsd:enumeration value="Celebrate - holiday"/>
                    <xsd:enumeration value="Celebrate - life moments"/>
                    <xsd:enumeration value="Engagement post"/>
                    <xsd:enumeration value="Grand opening"/>
                    <xsd:enumeration value="Marketplace"/>
                    <xsd:enumeration value="Open house"/>
                    <xsd:enumeration value="Quote"/>
                    <xsd:enumeration value="Sale"/>
                    <xsd:enumeration value="Simple phrases"/>
                    <xsd:enumeration value="Subscribe"/>
                    <xsd:enumeration value="Choice 16"/>
                  </xsd:restriction>
                </xsd:simpleType>
              </xsd:element>
            </xsd:sequence>
          </xsd:extension>
        </xsd:complexContent>
      </xsd:complexType>
    </xsd:element>
    <xsd:element name="Thumbnail" ma:index="31" nillable="true" ma:displayName="Thumbnail" ma:format="Thumbnail" ma:internalName="Thumbnail">
      <xsd:simpleType>
        <xsd:restriction base="dms:Unknown"/>
      </xsd:simpleType>
    </xsd:element>
    <xsd:element name="MediaServiceBillingMetadata" ma:index="32"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15" nillable="true" ma:displayName="Taxonomy Catch All Column" ma:hidden="true" ma:list="{6051309a-75b7-4c22-93ea-c24616af8dd0}" ma:internalName="TaxCatchAll" ma:showField="CatchAllData" ma:web="543e3375-4853-4ccc-a3e2-1512ebb9cffd">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543e3375-4853-4ccc-a3e2-1512ebb9cffd" elementFormDefault="qualified">
    <xsd:import namespace="http://schemas.microsoft.com/office/2006/documentManagement/types"/>
    <xsd:import namespace="http://schemas.microsoft.com/office/infopath/2007/PartnerControls"/>
    <xsd:element name="SharedWithUsers" ma:index="16"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TaxCatchAll xmlns="230e9df3-be65-4c73-a93b-d1236ebd677e" xsi:nil="true"/>
    <MediaServiceKeyPoints xmlns="9e626b82-2e62-4b56-b4f0-2eb243f478f4" xsi:nil="true"/>
    <Thumbnail xmlns="9e626b82-2e62-4b56-b4f0-2eb243f478f4" xsi:nil="true"/>
    <Vertical xmlns="9e626b82-2e62-4b56-b4f0-2eb243f478f4" xsi:nil="true"/>
    <lcf76f155ced4ddcb4097134ff3c332f xmlns="9e626b82-2e62-4b56-b4f0-2eb243f478f4">
      <Terms xmlns="http://schemas.microsoft.com/office/infopath/2007/PartnerControls"/>
    </lcf76f155ced4ddcb4097134ff3c332f>
    <Styletags_x0028_include1_x002d_3_x0029_ xmlns="9e626b82-2e62-4b56-b4f0-2eb243f478f4" xsi:nil="true"/>
    <Intent xmlns="9e626b82-2e62-4b56-b4f0-2eb243f478f4" xsi:nil="true"/>
  </documentManagement>
</p:properties>
</file>

<file path=customXml/itemProps1.xml><?xml version="1.0" encoding="utf-8"?>
<ds:datastoreItem xmlns:ds="http://schemas.openxmlformats.org/officeDocument/2006/customXml" ds:itemID="{59009DC9-F86E-48F1-BA03-CE418953E3A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9e626b82-2e62-4b56-b4f0-2eb243f478f4"/>
    <ds:schemaRef ds:uri="230e9df3-be65-4c73-a93b-d1236ebd677e"/>
    <ds:schemaRef ds:uri="543e3375-4853-4ccc-a3e2-1512ebb9cff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6DDFC564-B38B-4437-B10C-2B4F696FB123}">
  <ds:schemaRefs>
    <ds:schemaRef ds:uri="http://schemas.microsoft.com/sharepoint/v3/contenttype/forms"/>
  </ds:schemaRefs>
</ds:datastoreItem>
</file>

<file path=customXml/itemProps3.xml><?xml version="1.0" encoding="utf-8"?>
<ds:datastoreItem xmlns:ds="http://schemas.openxmlformats.org/officeDocument/2006/customXml" ds:itemID="{68251039-0B1C-45AD-BDF3-E784F1E00F4E}">
  <ds:schemaRefs>
    <ds:schemaRef ds:uri="http://schemas.microsoft.com/office/2006/metadata/properties"/>
    <ds:schemaRef ds:uri="http://schemas.microsoft.com/office/infopath/2007/PartnerControls"/>
    <ds:schemaRef ds:uri="http://schemas.microsoft.com/sharepoint/v3"/>
    <ds:schemaRef ds:uri="230e9df3-be65-4c73-a93b-d1236ebd677e"/>
    <ds:schemaRef ds:uri="9e626b82-2e62-4b56-b4f0-2eb243f478f4"/>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Lines</Template>
  <TotalTime>79</TotalTime>
  <Words>1872</Words>
  <Application>Microsoft Office PowerPoint</Application>
  <PresentationFormat>Grand écran</PresentationFormat>
  <Paragraphs>108</Paragraphs>
  <Slides>16</Slides>
  <Notes>16</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16</vt:i4>
      </vt:variant>
    </vt:vector>
  </HeadingPairs>
  <TitlesOfParts>
    <vt:vector size="22" baseType="lpstr">
      <vt:lpstr>Arial</vt:lpstr>
      <vt:lpstr>Arial Nova Light</vt:lpstr>
      <vt:lpstr>Calibri</vt:lpstr>
      <vt:lpstr>Harlow Solid Italic</vt:lpstr>
      <vt:lpstr>Univers Condensed</vt:lpstr>
      <vt:lpstr>Lignes</vt:lpstr>
      <vt:lpstr>Présentation sur la Méthodologie DevOps</vt:lpstr>
      <vt:lpstr>INTRODUCTION</vt:lpstr>
      <vt:lpstr>PrésentATION DE l’équipe</vt:lpstr>
      <vt:lpstr>plan de la présentation</vt:lpstr>
      <vt:lpstr>Méthodologie DevOps</vt:lpstr>
      <vt:lpstr>Bref historique et description</vt:lpstr>
      <vt:lpstr>Principales caractéristiques et concepts clés</vt:lpstr>
      <vt:lpstr>Phases et activités</vt:lpstr>
      <vt:lpstr>Présentation PowerPoint</vt:lpstr>
      <vt:lpstr>Rôles principaux</vt:lpstr>
      <vt:lpstr>Avantages</vt:lpstr>
      <vt:lpstr>Désavantages</vt:lpstr>
      <vt:lpstr>Exemple DevOps : Netflix</vt:lpstr>
      <vt:lpstr>CONCLUSION</vt:lpstr>
      <vt:lpstr>Top 3 méthodes de développement au Canada</vt:lpstr>
      <vt:lpstr>Ce que nous avons appris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Niyna Spellman</dc:creator>
  <cp:lastModifiedBy>Perez Nguefack</cp:lastModifiedBy>
  <cp:revision>8</cp:revision>
  <dcterms:created xsi:type="dcterms:W3CDTF">2025-08-04T19:15:43Z</dcterms:created>
  <dcterms:modified xsi:type="dcterms:W3CDTF">2025-11-23T16:39:15Z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0x010100F70BD21B179B1749B10B6700D890B8C6</vt:lpwstr>
  </property>
  <property fmtid="{D5CDD505-2E9C-101B-9397-08002B2CF9AE}" pid="3" name="MediaServiceImageTags">
    <vt:lpwstr/>
  </property>
</Properties>
</file>